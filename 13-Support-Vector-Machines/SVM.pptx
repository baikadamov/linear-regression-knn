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K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21"/>
  </p:normalViewPr>
  <p:slideViewPr>
    <p:cSldViewPr snapToGrid="0">
      <p:cViewPr varScale="1">
        <p:scale>
          <a:sx n="119" d="100"/>
          <a:sy n="119" d="100"/>
        </p:scale>
        <p:origin x="55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1AA19-13A5-761B-DBC5-872E6F3DCA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KZ"/>
          </a:p>
        </p:txBody>
      </p:sp>
      <p:sp>
        <p:nvSpPr>
          <p:cNvPr id="3" name="Subtitle 2">
            <a:extLst>
              <a:ext uri="{FF2B5EF4-FFF2-40B4-BE49-F238E27FC236}">
                <a16:creationId xmlns:a16="http://schemas.microsoft.com/office/drawing/2014/main" id="{80537D46-C139-E675-07DC-8EF594154F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Z"/>
          </a:p>
        </p:txBody>
      </p:sp>
      <p:sp>
        <p:nvSpPr>
          <p:cNvPr id="4" name="Date Placeholder 3">
            <a:extLst>
              <a:ext uri="{FF2B5EF4-FFF2-40B4-BE49-F238E27FC236}">
                <a16:creationId xmlns:a16="http://schemas.microsoft.com/office/drawing/2014/main" id="{B1232A3A-46BF-7A47-7E5F-5771D1E6909C}"/>
              </a:ext>
            </a:extLst>
          </p:cNvPr>
          <p:cNvSpPr>
            <a:spLocks noGrp="1"/>
          </p:cNvSpPr>
          <p:nvPr>
            <p:ph type="dt" sz="half" idx="10"/>
          </p:nvPr>
        </p:nvSpPr>
        <p:spPr/>
        <p:txBody>
          <a:bodyPr/>
          <a:lstStyle/>
          <a:p>
            <a:fld id="{D4B04692-9596-B049-B28D-1BF99E353E86}" type="datetimeFigureOut">
              <a:rPr lang="en-KZ" smtClean="0"/>
              <a:t>28.02.2025</a:t>
            </a:fld>
            <a:endParaRPr lang="en-KZ"/>
          </a:p>
        </p:txBody>
      </p:sp>
      <p:sp>
        <p:nvSpPr>
          <p:cNvPr id="5" name="Footer Placeholder 4">
            <a:extLst>
              <a:ext uri="{FF2B5EF4-FFF2-40B4-BE49-F238E27FC236}">
                <a16:creationId xmlns:a16="http://schemas.microsoft.com/office/drawing/2014/main" id="{C60093BA-2575-2586-90AF-515BB16C18CA}"/>
              </a:ext>
            </a:extLst>
          </p:cNvPr>
          <p:cNvSpPr>
            <a:spLocks noGrp="1"/>
          </p:cNvSpPr>
          <p:nvPr>
            <p:ph type="ftr" sz="quarter" idx="11"/>
          </p:nvPr>
        </p:nvSpPr>
        <p:spPr/>
        <p:txBody>
          <a:bodyPr/>
          <a:lstStyle/>
          <a:p>
            <a:endParaRPr lang="en-KZ"/>
          </a:p>
        </p:txBody>
      </p:sp>
      <p:sp>
        <p:nvSpPr>
          <p:cNvPr id="6" name="Slide Number Placeholder 5">
            <a:extLst>
              <a:ext uri="{FF2B5EF4-FFF2-40B4-BE49-F238E27FC236}">
                <a16:creationId xmlns:a16="http://schemas.microsoft.com/office/drawing/2014/main" id="{5352B218-9FA6-42A9-1310-69DE2DB8E33D}"/>
              </a:ext>
            </a:extLst>
          </p:cNvPr>
          <p:cNvSpPr>
            <a:spLocks noGrp="1"/>
          </p:cNvSpPr>
          <p:nvPr>
            <p:ph type="sldNum" sz="quarter" idx="12"/>
          </p:nvPr>
        </p:nvSpPr>
        <p:spPr/>
        <p:txBody>
          <a:bodyPr/>
          <a:lstStyle/>
          <a:p>
            <a:fld id="{955237E3-854A-D04F-898A-FA190CB5BE04}" type="slidenum">
              <a:rPr lang="en-KZ" smtClean="0"/>
              <a:t>‹#›</a:t>
            </a:fld>
            <a:endParaRPr lang="en-KZ"/>
          </a:p>
        </p:txBody>
      </p:sp>
    </p:spTree>
    <p:extLst>
      <p:ext uri="{BB962C8B-B14F-4D97-AF65-F5344CB8AC3E}">
        <p14:creationId xmlns:p14="http://schemas.microsoft.com/office/powerpoint/2010/main" val="2580407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F35F9-0BAB-035D-EFDA-FB7FA6C6A662}"/>
              </a:ext>
            </a:extLst>
          </p:cNvPr>
          <p:cNvSpPr>
            <a:spLocks noGrp="1"/>
          </p:cNvSpPr>
          <p:nvPr>
            <p:ph type="title"/>
          </p:nvPr>
        </p:nvSpPr>
        <p:spPr/>
        <p:txBody>
          <a:bodyPr/>
          <a:lstStyle/>
          <a:p>
            <a:r>
              <a:rPr lang="en-US"/>
              <a:t>Click to edit Master title style</a:t>
            </a:r>
            <a:endParaRPr lang="en-KZ"/>
          </a:p>
        </p:txBody>
      </p:sp>
      <p:sp>
        <p:nvSpPr>
          <p:cNvPr id="3" name="Content Placeholder 2">
            <a:extLst>
              <a:ext uri="{FF2B5EF4-FFF2-40B4-BE49-F238E27FC236}">
                <a16:creationId xmlns:a16="http://schemas.microsoft.com/office/drawing/2014/main" id="{C4DA4E58-C60D-3416-D571-8E82DE7FFA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Z"/>
          </a:p>
        </p:txBody>
      </p:sp>
      <p:sp>
        <p:nvSpPr>
          <p:cNvPr id="4" name="Date Placeholder 3">
            <a:extLst>
              <a:ext uri="{FF2B5EF4-FFF2-40B4-BE49-F238E27FC236}">
                <a16:creationId xmlns:a16="http://schemas.microsoft.com/office/drawing/2014/main" id="{AB03999D-15BC-3C27-A363-AD5D9E2D2A41}"/>
              </a:ext>
            </a:extLst>
          </p:cNvPr>
          <p:cNvSpPr>
            <a:spLocks noGrp="1"/>
          </p:cNvSpPr>
          <p:nvPr>
            <p:ph type="dt" sz="half" idx="10"/>
          </p:nvPr>
        </p:nvSpPr>
        <p:spPr/>
        <p:txBody>
          <a:bodyPr/>
          <a:lstStyle/>
          <a:p>
            <a:fld id="{D4B04692-9596-B049-B28D-1BF99E353E86}" type="datetimeFigureOut">
              <a:rPr lang="en-KZ" smtClean="0"/>
              <a:t>28.02.2025</a:t>
            </a:fld>
            <a:endParaRPr lang="en-KZ"/>
          </a:p>
        </p:txBody>
      </p:sp>
      <p:sp>
        <p:nvSpPr>
          <p:cNvPr id="5" name="Footer Placeholder 4">
            <a:extLst>
              <a:ext uri="{FF2B5EF4-FFF2-40B4-BE49-F238E27FC236}">
                <a16:creationId xmlns:a16="http://schemas.microsoft.com/office/drawing/2014/main" id="{33FD5C5E-3BB6-0883-034F-B9643D7FF296}"/>
              </a:ext>
            </a:extLst>
          </p:cNvPr>
          <p:cNvSpPr>
            <a:spLocks noGrp="1"/>
          </p:cNvSpPr>
          <p:nvPr>
            <p:ph type="ftr" sz="quarter" idx="11"/>
          </p:nvPr>
        </p:nvSpPr>
        <p:spPr/>
        <p:txBody>
          <a:bodyPr/>
          <a:lstStyle/>
          <a:p>
            <a:endParaRPr lang="en-KZ"/>
          </a:p>
        </p:txBody>
      </p:sp>
      <p:sp>
        <p:nvSpPr>
          <p:cNvPr id="6" name="Slide Number Placeholder 5">
            <a:extLst>
              <a:ext uri="{FF2B5EF4-FFF2-40B4-BE49-F238E27FC236}">
                <a16:creationId xmlns:a16="http://schemas.microsoft.com/office/drawing/2014/main" id="{A707E86F-7797-FED0-E0A9-B4EE7A354570}"/>
              </a:ext>
            </a:extLst>
          </p:cNvPr>
          <p:cNvSpPr>
            <a:spLocks noGrp="1"/>
          </p:cNvSpPr>
          <p:nvPr>
            <p:ph type="sldNum" sz="quarter" idx="12"/>
          </p:nvPr>
        </p:nvSpPr>
        <p:spPr/>
        <p:txBody>
          <a:bodyPr/>
          <a:lstStyle/>
          <a:p>
            <a:fld id="{955237E3-854A-D04F-898A-FA190CB5BE04}" type="slidenum">
              <a:rPr lang="en-KZ" smtClean="0"/>
              <a:t>‹#›</a:t>
            </a:fld>
            <a:endParaRPr lang="en-KZ"/>
          </a:p>
        </p:txBody>
      </p:sp>
    </p:spTree>
    <p:extLst>
      <p:ext uri="{BB962C8B-B14F-4D97-AF65-F5344CB8AC3E}">
        <p14:creationId xmlns:p14="http://schemas.microsoft.com/office/powerpoint/2010/main" val="2614726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E512D-5C34-4EF0-DD12-1129BEDF8C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Z"/>
          </a:p>
        </p:txBody>
      </p:sp>
      <p:sp>
        <p:nvSpPr>
          <p:cNvPr id="3" name="Text Placeholder 2">
            <a:extLst>
              <a:ext uri="{FF2B5EF4-FFF2-40B4-BE49-F238E27FC236}">
                <a16:creationId xmlns:a16="http://schemas.microsoft.com/office/drawing/2014/main" id="{065A6E2C-6D5C-FA80-FC8C-61AA05358E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D10216-762B-9089-5D9C-80B36978CFCE}"/>
              </a:ext>
            </a:extLst>
          </p:cNvPr>
          <p:cNvSpPr>
            <a:spLocks noGrp="1"/>
          </p:cNvSpPr>
          <p:nvPr>
            <p:ph type="dt" sz="half" idx="10"/>
          </p:nvPr>
        </p:nvSpPr>
        <p:spPr/>
        <p:txBody>
          <a:bodyPr/>
          <a:lstStyle/>
          <a:p>
            <a:fld id="{D4B04692-9596-B049-B28D-1BF99E353E86}" type="datetimeFigureOut">
              <a:rPr lang="en-KZ" smtClean="0"/>
              <a:t>28.02.2025</a:t>
            </a:fld>
            <a:endParaRPr lang="en-KZ"/>
          </a:p>
        </p:txBody>
      </p:sp>
      <p:sp>
        <p:nvSpPr>
          <p:cNvPr id="5" name="Footer Placeholder 4">
            <a:extLst>
              <a:ext uri="{FF2B5EF4-FFF2-40B4-BE49-F238E27FC236}">
                <a16:creationId xmlns:a16="http://schemas.microsoft.com/office/drawing/2014/main" id="{CB3F0C08-DA7B-33B5-1E26-356510493E94}"/>
              </a:ext>
            </a:extLst>
          </p:cNvPr>
          <p:cNvSpPr>
            <a:spLocks noGrp="1"/>
          </p:cNvSpPr>
          <p:nvPr>
            <p:ph type="ftr" sz="quarter" idx="11"/>
          </p:nvPr>
        </p:nvSpPr>
        <p:spPr/>
        <p:txBody>
          <a:bodyPr/>
          <a:lstStyle/>
          <a:p>
            <a:endParaRPr lang="en-KZ"/>
          </a:p>
        </p:txBody>
      </p:sp>
      <p:sp>
        <p:nvSpPr>
          <p:cNvPr id="6" name="Slide Number Placeholder 5">
            <a:extLst>
              <a:ext uri="{FF2B5EF4-FFF2-40B4-BE49-F238E27FC236}">
                <a16:creationId xmlns:a16="http://schemas.microsoft.com/office/drawing/2014/main" id="{D18FCB9F-6636-2871-4F39-FD9E52DBA820}"/>
              </a:ext>
            </a:extLst>
          </p:cNvPr>
          <p:cNvSpPr>
            <a:spLocks noGrp="1"/>
          </p:cNvSpPr>
          <p:nvPr>
            <p:ph type="sldNum" sz="quarter" idx="12"/>
          </p:nvPr>
        </p:nvSpPr>
        <p:spPr/>
        <p:txBody>
          <a:bodyPr/>
          <a:lstStyle/>
          <a:p>
            <a:fld id="{955237E3-854A-D04F-898A-FA190CB5BE04}" type="slidenum">
              <a:rPr lang="en-KZ" smtClean="0"/>
              <a:t>‹#›</a:t>
            </a:fld>
            <a:endParaRPr lang="en-KZ"/>
          </a:p>
        </p:txBody>
      </p:sp>
    </p:spTree>
    <p:extLst>
      <p:ext uri="{BB962C8B-B14F-4D97-AF65-F5344CB8AC3E}">
        <p14:creationId xmlns:p14="http://schemas.microsoft.com/office/powerpoint/2010/main" val="714985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C180B-2774-3E41-5D38-A5222C9E3212}"/>
              </a:ext>
            </a:extLst>
          </p:cNvPr>
          <p:cNvSpPr>
            <a:spLocks noGrp="1"/>
          </p:cNvSpPr>
          <p:nvPr>
            <p:ph type="title"/>
          </p:nvPr>
        </p:nvSpPr>
        <p:spPr/>
        <p:txBody>
          <a:bodyPr/>
          <a:lstStyle/>
          <a:p>
            <a:r>
              <a:rPr lang="en-US"/>
              <a:t>Click to edit Master title style</a:t>
            </a:r>
            <a:endParaRPr lang="en-KZ"/>
          </a:p>
        </p:txBody>
      </p:sp>
      <p:sp>
        <p:nvSpPr>
          <p:cNvPr id="3" name="Content Placeholder 2">
            <a:extLst>
              <a:ext uri="{FF2B5EF4-FFF2-40B4-BE49-F238E27FC236}">
                <a16:creationId xmlns:a16="http://schemas.microsoft.com/office/drawing/2014/main" id="{EC9A6B2D-5DB4-CF5E-735B-EFDCB8F617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Z"/>
          </a:p>
        </p:txBody>
      </p:sp>
      <p:sp>
        <p:nvSpPr>
          <p:cNvPr id="4" name="Content Placeholder 3">
            <a:extLst>
              <a:ext uri="{FF2B5EF4-FFF2-40B4-BE49-F238E27FC236}">
                <a16:creationId xmlns:a16="http://schemas.microsoft.com/office/drawing/2014/main" id="{702C83D0-5D8B-70FD-09D6-0F57BC1F5E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Z"/>
          </a:p>
        </p:txBody>
      </p:sp>
      <p:sp>
        <p:nvSpPr>
          <p:cNvPr id="5" name="Date Placeholder 4">
            <a:extLst>
              <a:ext uri="{FF2B5EF4-FFF2-40B4-BE49-F238E27FC236}">
                <a16:creationId xmlns:a16="http://schemas.microsoft.com/office/drawing/2014/main" id="{6035984C-9B35-00B4-2A10-0ECBA3C180C5}"/>
              </a:ext>
            </a:extLst>
          </p:cNvPr>
          <p:cNvSpPr>
            <a:spLocks noGrp="1"/>
          </p:cNvSpPr>
          <p:nvPr>
            <p:ph type="dt" sz="half" idx="10"/>
          </p:nvPr>
        </p:nvSpPr>
        <p:spPr/>
        <p:txBody>
          <a:bodyPr/>
          <a:lstStyle/>
          <a:p>
            <a:fld id="{D4B04692-9596-B049-B28D-1BF99E353E86}" type="datetimeFigureOut">
              <a:rPr lang="en-KZ" smtClean="0"/>
              <a:t>28.02.2025</a:t>
            </a:fld>
            <a:endParaRPr lang="en-KZ"/>
          </a:p>
        </p:txBody>
      </p:sp>
      <p:sp>
        <p:nvSpPr>
          <p:cNvPr id="6" name="Footer Placeholder 5">
            <a:extLst>
              <a:ext uri="{FF2B5EF4-FFF2-40B4-BE49-F238E27FC236}">
                <a16:creationId xmlns:a16="http://schemas.microsoft.com/office/drawing/2014/main" id="{E1FDCB0F-372A-C60D-D351-0EA4D24CD625}"/>
              </a:ext>
            </a:extLst>
          </p:cNvPr>
          <p:cNvSpPr>
            <a:spLocks noGrp="1"/>
          </p:cNvSpPr>
          <p:nvPr>
            <p:ph type="ftr" sz="quarter" idx="11"/>
          </p:nvPr>
        </p:nvSpPr>
        <p:spPr/>
        <p:txBody>
          <a:bodyPr/>
          <a:lstStyle/>
          <a:p>
            <a:endParaRPr lang="en-KZ"/>
          </a:p>
        </p:txBody>
      </p:sp>
      <p:sp>
        <p:nvSpPr>
          <p:cNvPr id="7" name="Slide Number Placeholder 6">
            <a:extLst>
              <a:ext uri="{FF2B5EF4-FFF2-40B4-BE49-F238E27FC236}">
                <a16:creationId xmlns:a16="http://schemas.microsoft.com/office/drawing/2014/main" id="{EF94F532-3933-B6C9-CBC9-F9F886125F1D}"/>
              </a:ext>
            </a:extLst>
          </p:cNvPr>
          <p:cNvSpPr>
            <a:spLocks noGrp="1"/>
          </p:cNvSpPr>
          <p:nvPr>
            <p:ph type="sldNum" sz="quarter" idx="12"/>
          </p:nvPr>
        </p:nvSpPr>
        <p:spPr/>
        <p:txBody>
          <a:bodyPr/>
          <a:lstStyle/>
          <a:p>
            <a:fld id="{955237E3-854A-D04F-898A-FA190CB5BE04}" type="slidenum">
              <a:rPr lang="en-KZ" smtClean="0"/>
              <a:t>‹#›</a:t>
            </a:fld>
            <a:endParaRPr lang="en-KZ"/>
          </a:p>
        </p:txBody>
      </p:sp>
    </p:spTree>
    <p:extLst>
      <p:ext uri="{BB962C8B-B14F-4D97-AF65-F5344CB8AC3E}">
        <p14:creationId xmlns:p14="http://schemas.microsoft.com/office/powerpoint/2010/main" val="2670693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35825-C606-9C8A-EEAD-8044F893CDA4}"/>
              </a:ext>
            </a:extLst>
          </p:cNvPr>
          <p:cNvSpPr>
            <a:spLocks noGrp="1"/>
          </p:cNvSpPr>
          <p:nvPr>
            <p:ph type="title"/>
          </p:nvPr>
        </p:nvSpPr>
        <p:spPr>
          <a:xfrm>
            <a:off x="839788" y="365125"/>
            <a:ext cx="10515600" cy="1325563"/>
          </a:xfrm>
        </p:spPr>
        <p:txBody>
          <a:bodyPr/>
          <a:lstStyle/>
          <a:p>
            <a:r>
              <a:rPr lang="en-US"/>
              <a:t>Click to edit Master title style</a:t>
            </a:r>
            <a:endParaRPr lang="en-KZ"/>
          </a:p>
        </p:txBody>
      </p:sp>
      <p:sp>
        <p:nvSpPr>
          <p:cNvPr id="3" name="Text Placeholder 2">
            <a:extLst>
              <a:ext uri="{FF2B5EF4-FFF2-40B4-BE49-F238E27FC236}">
                <a16:creationId xmlns:a16="http://schemas.microsoft.com/office/drawing/2014/main" id="{B721E9DB-1A6B-1B49-4C0C-8E02C4F18B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AA388A-DDE5-0910-7B1B-4BDD9C39DE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Z"/>
          </a:p>
        </p:txBody>
      </p:sp>
      <p:sp>
        <p:nvSpPr>
          <p:cNvPr id="5" name="Text Placeholder 4">
            <a:extLst>
              <a:ext uri="{FF2B5EF4-FFF2-40B4-BE49-F238E27FC236}">
                <a16:creationId xmlns:a16="http://schemas.microsoft.com/office/drawing/2014/main" id="{C30F9654-CEB9-3567-07D9-66A0FB273E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EDF69-23A2-DCD4-C4D8-75E1EE8F5A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Z"/>
          </a:p>
        </p:txBody>
      </p:sp>
      <p:sp>
        <p:nvSpPr>
          <p:cNvPr id="7" name="Date Placeholder 6">
            <a:extLst>
              <a:ext uri="{FF2B5EF4-FFF2-40B4-BE49-F238E27FC236}">
                <a16:creationId xmlns:a16="http://schemas.microsoft.com/office/drawing/2014/main" id="{96DDFD2B-2F3C-EBD0-6A52-0A3BC6AD38AD}"/>
              </a:ext>
            </a:extLst>
          </p:cNvPr>
          <p:cNvSpPr>
            <a:spLocks noGrp="1"/>
          </p:cNvSpPr>
          <p:nvPr>
            <p:ph type="dt" sz="half" idx="10"/>
          </p:nvPr>
        </p:nvSpPr>
        <p:spPr/>
        <p:txBody>
          <a:bodyPr/>
          <a:lstStyle/>
          <a:p>
            <a:fld id="{D4B04692-9596-B049-B28D-1BF99E353E86}" type="datetimeFigureOut">
              <a:rPr lang="en-KZ" smtClean="0"/>
              <a:t>28.02.2025</a:t>
            </a:fld>
            <a:endParaRPr lang="en-KZ"/>
          </a:p>
        </p:txBody>
      </p:sp>
      <p:sp>
        <p:nvSpPr>
          <p:cNvPr id="8" name="Footer Placeholder 7">
            <a:extLst>
              <a:ext uri="{FF2B5EF4-FFF2-40B4-BE49-F238E27FC236}">
                <a16:creationId xmlns:a16="http://schemas.microsoft.com/office/drawing/2014/main" id="{000ED62B-88F3-B44F-6764-12705FA12A70}"/>
              </a:ext>
            </a:extLst>
          </p:cNvPr>
          <p:cNvSpPr>
            <a:spLocks noGrp="1"/>
          </p:cNvSpPr>
          <p:nvPr>
            <p:ph type="ftr" sz="quarter" idx="11"/>
          </p:nvPr>
        </p:nvSpPr>
        <p:spPr/>
        <p:txBody>
          <a:bodyPr/>
          <a:lstStyle/>
          <a:p>
            <a:endParaRPr lang="en-KZ"/>
          </a:p>
        </p:txBody>
      </p:sp>
      <p:sp>
        <p:nvSpPr>
          <p:cNvPr id="9" name="Slide Number Placeholder 8">
            <a:extLst>
              <a:ext uri="{FF2B5EF4-FFF2-40B4-BE49-F238E27FC236}">
                <a16:creationId xmlns:a16="http://schemas.microsoft.com/office/drawing/2014/main" id="{FA4BC519-CE56-0BFF-29D4-5C8C8B4CFB0F}"/>
              </a:ext>
            </a:extLst>
          </p:cNvPr>
          <p:cNvSpPr>
            <a:spLocks noGrp="1"/>
          </p:cNvSpPr>
          <p:nvPr>
            <p:ph type="sldNum" sz="quarter" idx="12"/>
          </p:nvPr>
        </p:nvSpPr>
        <p:spPr/>
        <p:txBody>
          <a:bodyPr/>
          <a:lstStyle/>
          <a:p>
            <a:fld id="{955237E3-854A-D04F-898A-FA190CB5BE04}" type="slidenum">
              <a:rPr lang="en-KZ" smtClean="0"/>
              <a:t>‹#›</a:t>
            </a:fld>
            <a:endParaRPr lang="en-KZ"/>
          </a:p>
        </p:txBody>
      </p:sp>
    </p:spTree>
    <p:extLst>
      <p:ext uri="{BB962C8B-B14F-4D97-AF65-F5344CB8AC3E}">
        <p14:creationId xmlns:p14="http://schemas.microsoft.com/office/powerpoint/2010/main" val="3472908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70D77-9C8D-6B35-11EF-B4462B359338}"/>
              </a:ext>
            </a:extLst>
          </p:cNvPr>
          <p:cNvSpPr>
            <a:spLocks noGrp="1"/>
          </p:cNvSpPr>
          <p:nvPr>
            <p:ph type="title"/>
          </p:nvPr>
        </p:nvSpPr>
        <p:spPr/>
        <p:txBody>
          <a:bodyPr/>
          <a:lstStyle/>
          <a:p>
            <a:r>
              <a:rPr lang="en-US"/>
              <a:t>Click to edit Master title style</a:t>
            </a:r>
            <a:endParaRPr lang="en-KZ"/>
          </a:p>
        </p:txBody>
      </p:sp>
      <p:sp>
        <p:nvSpPr>
          <p:cNvPr id="3" name="Date Placeholder 2">
            <a:extLst>
              <a:ext uri="{FF2B5EF4-FFF2-40B4-BE49-F238E27FC236}">
                <a16:creationId xmlns:a16="http://schemas.microsoft.com/office/drawing/2014/main" id="{8028C7CB-7469-2AEB-610A-45C6FDFFD7B9}"/>
              </a:ext>
            </a:extLst>
          </p:cNvPr>
          <p:cNvSpPr>
            <a:spLocks noGrp="1"/>
          </p:cNvSpPr>
          <p:nvPr>
            <p:ph type="dt" sz="half" idx="10"/>
          </p:nvPr>
        </p:nvSpPr>
        <p:spPr/>
        <p:txBody>
          <a:bodyPr/>
          <a:lstStyle/>
          <a:p>
            <a:fld id="{D4B04692-9596-B049-B28D-1BF99E353E86}" type="datetimeFigureOut">
              <a:rPr lang="en-KZ" smtClean="0"/>
              <a:t>28.02.2025</a:t>
            </a:fld>
            <a:endParaRPr lang="en-KZ"/>
          </a:p>
        </p:txBody>
      </p:sp>
      <p:sp>
        <p:nvSpPr>
          <p:cNvPr id="4" name="Footer Placeholder 3">
            <a:extLst>
              <a:ext uri="{FF2B5EF4-FFF2-40B4-BE49-F238E27FC236}">
                <a16:creationId xmlns:a16="http://schemas.microsoft.com/office/drawing/2014/main" id="{13E58636-92C0-2F4F-E7A0-B258275E3476}"/>
              </a:ext>
            </a:extLst>
          </p:cNvPr>
          <p:cNvSpPr>
            <a:spLocks noGrp="1"/>
          </p:cNvSpPr>
          <p:nvPr>
            <p:ph type="ftr" sz="quarter" idx="11"/>
          </p:nvPr>
        </p:nvSpPr>
        <p:spPr/>
        <p:txBody>
          <a:bodyPr/>
          <a:lstStyle/>
          <a:p>
            <a:endParaRPr lang="en-KZ"/>
          </a:p>
        </p:txBody>
      </p:sp>
      <p:sp>
        <p:nvSpPr>
          <p:cNvPr id="5" name="Slide Number Placeholder 4">
            <a:extLst>
              <a:ext uri="{FF2B5EF4-FFF2-40B4-BE49-F238E27FC236}">
                <a16:creationId xmlns:a16="http://schemas.microsoft.com/office/drawing/2014/main" id="{8B3DBD30-5A21-6D1C-0275-2F6167EC44CF}"/>
              </a:ext>
            </a:extLst>
          </p:cNvPr>
          <p:cNvSpPr>
            <a:spLocks noGrp="1"/>
          </p:cNvSpPr>
          <p:nvPr>
            <p:ph type="sldNum" sz="quarter" idx="12"/>
          </p:nvPr>
        </p:nvSpPr>
        <p:spPr/>
        <p:txBody>
          <a:bodyPr/>
          <a:lstStyle/>
          <a:p>
            <a:fld id="{955237E3-854A-D04F-898A-FA190CB5BE04}" type="slidenum">
              <a:rPr lang="en-KZ" smtClean="0"/>
              <a:t>‹#›</a:t>
            </a:fld>
            <a:endParaRPr lang="en-KZ"/>
          </a:p>
        </p:txBody>
      </p:sp>
    </p:spTree>
    <p:extLst>
      <p:ext uri="{BB962C8B-B14F-4D97-AF65-F5344CB8AC3E}">
        <p14:creationId xmlns:p14="http://schemas.microsoft.com/office/powerpoint/2010/main" val="1021107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98B9C0-A76E-E1B7-6AF8-B8480520BB4A}"/>
              </a:ext>
            </a:extLst>
          </p:cNvPr>
          <p:cNvSpPr>
            <a:spLocks noGrp="1"/>
          </p:cNvSpPr>
          <p:nvPr>
            <p:ph type="dt" sz="half" idx="10"/>
          </p:nvPr>
        </p:nvSpPr>
        <p:spPr/>
        <p:txBody>
          <a:bodyPr/>
          <a:lstStyle/>
          <a:p>
            <a:fld id="{D4B04692-9596-B049-B28D-1BF99E353E86}" type="datetimeFigureOut">
              <a:rPr lang="en-KZ" smtClean="0"/>
              <a:t>28.02.2025</a:t>
            </a:fld>
            <a:endParaRPr lang="en-KZ"/>
          </a:p>
        </p:txBody>
      </p:sp>
      <p:sp>
        <p:nvSpPr>
          <p:cNvPr id="3" name="Footer Placeholder 2">
            <a:extLst>
              <a:ext uri="{FF2B5EF4-FFF2-40B4-BE49-F238E27FC236}">
                <a16:creationId xmlns:a16="http://schemas.microsoft.com/office/drawing/2014/main" id="{144C36C2-AE9C-9714-A41A-74C37A1CCB9E}"/>
              </a:ext>
            </a:extLst>
          </p:cNvPr>
          <p:cNvSpPr>
            <a:spLocks noGrp="1"/>
          </p:cNvSpPr>
          <p:nvPr>
            <p:ph type="ftr" sz="quarter" idx="11"/>
          </p:nvPr>
        </p:nvSpPr>
        <p:spPr/>
        <p:txBody>
          <a:bodyPr/>
          <a:lstStyle/>
          <a:p>
            <a:endParaRPr lang="en-KZ"/>
          </a:p>
        </p:txBody>
      </p:sp>
      <p:sp>
        <p:nvSpPr>
          <p:cNvPr id="4" name="Slide Number Placeholder 3">
            <a:extLst>
              <a:ext uri="{FF2B5EF4-FFF2-40B4-BE49-F238E27FC236}">
                <a16:creationId xmlns:a16="http://schemas.microsoft.com/office/drawing/2014/main" id="{9FE4BFFF-EB23-70B9-C156-82EB17EE6F0F}"/>
              </a:ext>
            </a:extLst>
          </p:cNvPr>
          <p:cNvSpPr>
            <a:spLocks noGrp="1"/>
          </p:cNvSpPr>
          <p:nvPr>
            <p:ph type="sldNum" sz="quarter" idx="12"/>
          </p:nvPr>
        </p:nvSpPr>
        <p:spPr/>
        <p:txBody>
          <a:bodyPr/>
          <a:lstStyle/>
          <a:p>
            <a:fld id="{955237E3-854A-D04F-898A-FA190CB5BE04}" type="slidenum">
              <a:rPr lang="en-KZ" smtClean="0"/>
              <a:t>‹#›</a:t>
            </a:fld>
            <a:endParaRPr lang="en-KZ"/>
          </a:p>
        </p:txBody>
      </p:sp>
    </p:spTree>
    <p:extLst>
      <p:ext uri="{BB962C8B-B14F-4D97-AF65-F5344CB8AC3E}">
        <p14:creationId xmlns:p14="http://schemas.microsoft.com/office/powerpoint/2010/main" val="966040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05F9-FF5D-41B6-F136-F1E2D95716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Z"/>
          </a:p>
        </p:txBody>
      </p:sp>
      <p:sp>
        <p:nvSpPr>
          <p:cNvPr id="3" name="Content Placeholder 2">
            <a:extLst>
              <a:ext uri="{FF2B5EF4-FFF2-40B4-BE49-F238E27FC236}">
                <a16:creationId xmlns:a16="http://schemas.microsoft.com/office/drawing/2014/main" id="{2C50D336-86E2-6436-FD30-8F17CB450F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Z"/>
          </a:p>
        </p:txBody>
      </p:sp>
      <p:sp>
        <p:nvSpPr>
          <p:cNvPr id="4" name="Text Placeholder 3">
            <a:extLst>
              <a:ext uri="{FF2B5EF4-FFF2-40B4-BE49-F238E27FC236}">
                <a16:creationId xmlns:a16="http://schemas.microsoft.com/office/drawing/2014/main" id="{CEF9A0AC-AF12-E28A-EC6C-FBA95CE40E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9849A3-15A5-77B7-077A-DD34C635BF75}"/>
              </a:ext>
            </a:extLst>
          </p:cNvPr>
          <p:cNvSpPr>
            <a:spLocks noGrp="1"/>
          </p:cNvSpPr>
          <p:nvPr>
            <p:ph type="dt" sz="half" idx="10"/>
          </p:nvPr>
        </p:nvSpPr>
        <p:spPr/>
        <p:txBody>
          <a:bodyPr/>
          <a:lstStyle/>
          <a:p>
            <a:fld id="{D4B04692-9596-B049-B28D-1BF99E353E86}" type="datetimeFigureOut">
              <a:rPr lang="en-KZ" smtClean="0"/>
              <a:t>28.02.2025</a:t>
            </a:fld>
            <a:endParaRPr lang="en-KZ"/>
          </a:p>
        </p:txBody>
      </p:sp>
      <p:sp>
        <p:nvSpPr>
          <p:cNvPr id="6" name="Footer Placeholder 5">
            <a:extLst>
              <a:ext uri="{FF2B5EF4-FFF2-40B4-BE49-F238E27FC236}">
                <a16:creationId xmlns:a16="http://schemas.microsoft.com/office/drawing/2014/main" id="{1FE301DA-CEB0-8923-9841-99C3119359C1}"/>
              </a:ext>
            </a:extLst>
          </p:cNvPr>
          <p:cNvSpPr>
            <a:spLocks noGrp="1"/>
          </p:cNvSpPr>
          <p:nvPr>
            <p:ph type="ftr" sz="quarter" idx="11"/>
          </p:nvPr>
        </p:nvSpPr>
        <p:spPr/>
        <p:txBody>
          <a:bodyPr/>
          <a:lstStyle/>
          <a:p>
            <a:endParaRPr lang="en-KZ"/>
          </a:p>
        </p:txBody>
      </p:sp>
      <p:sp>
        <p:nvSpPr>
          <p:cNvPr id="7" name="Slide Number Placeholder 6">
            <a:extLst>
              <a:ext uri="{FF2B5EF4-FFF2-40B4-BE49-F238E27FC236}">
                <a16:creationId xmlns:a16="http://schemas.microsoft.com/office/drawing/2014/main" id="{43B9AAD2-E26A-552D-3491-3AF243C1BAE5}"/>
              </a:ext>
            </a:extLst>
          </p:cNvPr>
          <p:cNvSpPr>
            <a:spLocks noGrp="1"/>
          </p:cNvSpPr>
          <p:nvPr>
            <p:ph type="sldNum" sz="quarter" idx="12"/>
          </p:nvPr>
        </p:nvSpPr>
        <p:spPr/>
        <p:txBody>
          <a:bodyPr/>
          <a:lstStyle/>
          <a:p>
            <a:fld id="{955237E3-854A-D04F-898A-FA190CB5BE04}" type="slidenum">
              <a:rPr lang="en-KZ" smtClean="0"/>
              <a:t>‹#›</a:t>
            </a:fld>
            <a:endParaRPr lang="en-KZ"/>
          </a:p>
        </p:txBody>
      </p:sp>
    </p:spTree>
    <p:extLst>
      <p:ext uri="{BB962C8B-B14F-4D97-AF65-F5344CB8AC3E}">
        <p14:creationId xmlns:p14="http://schemas.microsoft.com/office/powerpoint/2010/main" val="3656468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5DC20-0E45-3E10-4512-B29822FCB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Z"/>
          </a:p>
        </p:txBody>
      </p:sp>
      <p:sp>
        <p:nvSpPr>
          <p:cNvPr id="3" name="Picture Placeholder 2">
            <a:extLst>
              <a:ext uri="{FF2B5EF4-FFF2-40B4-BE49-F238E27FC236}">
                <a16:creationId xmlns:a16="http://schemas.microsoft.com/office/drawing/2014/main" id="{05004289-BC3E-45E5-7D30-290C26BD97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Z"/>
          </a:p>
        </p:txBody>
      </p:sp>
      <p:sp>
        <p:nvSpPr>
          <p:cNvPr id="4" name="Text Placeholder 3">
            <a:extLst>
              <a:ext uri="{FF2B5EF4-FFF2-40B4-BE49-F238E27FC236}">
                <a16:creationId xmlns:a16="http://schemas.microsoft.com/office/drawing/2014/main" id="{2DDF574C-E11C-2C31-7534-4BC1710804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344461-E20E-0C23-D578-33AA1D7A130A}"/>
              </a:ext>
            </a:extLst>
          </p:cNvPr>
          <p:cNvSpPr>
            <a:spLocks noGrp="1"/>
          </p:cNvSpPr>
          <p:nvPr>
            <p:ph type="dt" sz="half" idx="10"/>
          </p:nvPr>
        </p:nvSpPr>
        <p:spPr/>
        <p:txBody>
          <a:bodyPr/>
          <a:lstStyle/>
          <a:p>
            <a:fld id="{D4B04692-9596-B049-B28D-1BF99E353E86}" type="datetimeFigureOut">
              <a:rPr lang="en-KZ" smtClean="0"/>
              <a:t>28.02.2025</a:t>
            </a:fld>
            <a:endParaRPr lang="en-KZ"/>
          </a:p>
        </p:txBody>
      </p:sp>
      <p:sp>
        <p:nvSpPr>
          <p:cNvPr id="6" name="Footer Placeholder 5">
            <a:extLst>
              <a:ext uri="{FF2B5EF4-FFF2-40B4-BE49-F238E27FC236}">
                <a16:creationId xmlns:a16="http://schemas.microsoft.com/office/drawing/2014/main" id="{9C6ED7A0-84B5-1751-9EF5-6FE833D0455E}"/>
              </a:ext>
            </a:extLst>
          </p:cNvPr>
          <p:cNvSpPr>
            <a:spLocks noGrp="1"/>
          </p:cNvSpPr>
          <p:nvPr>
            <p:ph type="ftr" sz="quarter" idx="11"/>
          </p:nvPr>
        </p:nvSpPr>
        <p:spPr/>
        <p:txBody>
          <a:bodyPr/>
          <a:lstStyle/>
          <a:p>
            <a:endParaRPr lang="en-KZ"/>
          </a:p>
        </p:txBody>
      </p:sp>
      <p:sp>
        <p:nvSpPr>
          <p:cNvPr id="7" name="Slide Number Placeholder 6">
            <a:extLst>
              <a:ext uri="{FF2B5EF4-FFF2-40B4-BE49-F238E27FC236}">
                <a16:creationId xmlns:a16="http://schemas.microsoft.com/office/drawing/2014/main" id="{EC29C159-F8D8-FCD0-A054-A29AD34F4094}"/>
              </a:ext>
            </a:extLst>
          </p:cNvPr>
          <p:cNvSpPr>
            <a:spLocks noGrp="1"/>
          </p:cNvSpPr>
          <p:nvPr>
            <p:ph type="sldNum" sz="quarter" idx="12"/>
          </p:nvPr>
        </p:nvSpPr>
        <p:spPr/>
        <p:txBody>
          <a:bodyPr/>
          <a:lstStyle/>
          <a:p>
            <a:fld id="{955237E3-854A-D04F-898A-FA190CB5BE04}" type="slidenum">
              <a:rPr lang="en-KZ" smtClean="0"/>
              <a:t>‹#›</a:t>
            </a:fld>
            <a:endParaRPr lang="en-KZ"/>
          </a:p>
        </p:txBody>
      </p:sp>
    </p:spTree>
    <p:extLst>
      <p:ext uri="{BB962C8B-B14F-4D97-AF65-F5344CB8AC3E}">
        <p14:creationId xmlns:p14="http://schemas.microsoft.com/office/powerpoint/2010/main" val="2631921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87944-8209-90D7-5BD8-ECECD6BC1872}"/>
              </a:ext>
            </a:extLst>
          </p:cNvPr>
          <p:cNvSpPr>
            <a:spLocks noGrp="1"/>
          </p:cNvSpPr>
          <p:nvPr>
            <p:ph type="title"/>
          </p:nvPr>
        </p:nvSpPr>
        <p:spPr/>
        <p:txBody>
          <a:bodyPr/>
          <a:lstStyle/>
          <a:p>
            <a:r>
              <a:rPr lang="en-US"/>
              <a:t>Click to edit Master title style</a:t>
            </a:r>
            <a:endParaRPr lang="en-KZ"/>
          </a:p>
        </p:txBody>
      </p:sp>
      <p:sp>
        <p:nvSpPr>
          <p:cNvPr id="3" name="Vertical Text Placeholder 2">
            <a:extLst>
              <a:ext uri="{FF2B5EF4-FFF2-40B4-BE49-F238E27FC236}">
                <a16:creationId xmlns:a16="http://schemas.microsoft.com/office/drawing/2014/main" id="{9B157D1D-439B-55AD-E7CD-4B9C972171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Z"/>
          </a:p>
        </p:txBody>
      </p:sp>
      <p:sp>
        <p:nvSpPr>
          <p:cNvPr id="4" name="Date Placeholder 3">
            <a:extLst>
              <a:ext uri="{FF2B5EF4-FFF2-40B4-BE49-F238E27FC236}">
                <a16:creationId xmlns:a16="http://schemas.microsoft.com/office/drawing/2014/main" id="{BFC777C1-C9DF-A6BB-B48C-028B6D565565}"/>
              </a:ext>
            </a:extLst>
          </p:cNvPr>
          <p:cNvSpPr>
            <a:spLocks noGrp="1"/>
          </p:cNvSpPr>
          <p:nvPr>
            <p:ph type="dt" sz="half" idx="10"/>
          </p:nvPr>
        </p:nvSpPr>
        <p:spPr/>
        <p:txBody>
          <a:bodyPr/>
          <a:lstStyle/>
          <a:p>
            <a:fld id="{D4B04692-9596-B049-B28D-1BF99E353E86}" type="datetimeFigureOut">
              <a:rPr lang="en-KZ" smtClean="0"/>
              <a:t>28.02.2025</a:t>
            </a:fld>
            <a:endParaRPr lang="en-KZ"/>
          </a:p>
        </p:txBody>
      </p:sp>
      <p:sp>
        <p:nvSpPr>
          <p:cNvPr id="5" name="Footer Placeholder 4">
            <a:extLst>
              <a:ext uri="{FF2B5EF4-FFF2-40B4-BE49-F238E27FC236}">
                <a16:creationId xmlns:a16="http://schemas.microsoft.com/office/drawing/2014/main" id="{8944CF66-1E88-FC6D-B969-938FD1B80EB0}"/>
              </a:ext>
            </a:extLst>
          </p:cNvPr>
          <p:cNvSpPr>
            <a:spLocks noGrp="1"/>
          </p:cNvSpPr>
          <p:nvPr>
            <p:ph type="ftr" sz="quarter" idx="11"/>
          </p:nvPr>
        </p:nvSpPr>
        <p:spPr/>
        <p:txBody>
          <a:bodyPr/>
          <a:lstStyle/>
          <a:p>
            <a:endParaRPr lang="en-KZ"/>
          </a:p>
        </p:txBody>
      </p:sp>
      <p:sp>
        <p:nvSpPr>
          <p:cNvPr id="6" name="Slide Number Placeholder 5">
            <a:extLst>
              <a:ext uri="{FF2B5EF4-FFF2-40B4-BE49-F238E27FC236}">
                <a16:creationId xmlns:a16="http://schemas.microsoft.com/office/drawing/2014/main" id="{A46D3B13-D3E3-148A-86D6-90823A73172A}"/>
              </a:ext>
            </a:extLst>
          </p:cNvPr>
          <p:cNvSpPr>
            <a:spLocks noGrp="1"/>
          </p:cNvSpPr>
          <p:nvPr>
            <p:ph type="sldNum" sz="quarter" idx="12"/>
          </p:nvPr>
        </p:nvSpPr>
        <p:spPr/>
        <p:txBody>
          <a:bodyPr/>
          <a:lstStyle/>
          <a:p>
            <a:fld id="{955237E3-854A-D04F-898A-FA190CB5BE04}" type="slidenum">
              <a:rPr lang="en-KZ" smtClean="0"/>
              <a:t>‹#›</a:t>
            </a:fld>
            <a:endParaRPr lang="en-KZ"/>
          </a:p>
        </p:txBody>
      </p:sp>
    </p:spTree>
    <p:extLst>
      <p:ext uri="{BB962C8B-B14F-4D97-AF65-F5344CB8AC3E}">
        <p14:creationId xmlns:p14="http://schemas.microsoft.com/office/powerpoint/2010/main" val="3080120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B5B39F-57FC-C34F-EFA4-2E470697C8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Z"/>
          </a:p>
        </p:txBody>
      </p:sp>
      <p:sp>
        <p:nvSpPr>
          <p:cNvPr id="3" name="Vertical Text Placeholder 2">
            <a:extLst>
              <a:ext uri="{FF2B5EF4-FFF2-40B4-BE49-F238E27FC236}">
                <a16:creationId xmlns:a16="http://schemas.microsoft.com/office/drawing/2014/main" id="{2606A1D4-BEBB-F28C-084C-EA88DA00F4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Z"/>
          </a:p>
        </p:txBody>
      </p:sp>
      <p:sp>
        <p:nvSpPr>
          <p:cNvPr id="4" name="Date Placeholder 3">
            <a:extLst>
              <a:ext uri="{FF2B5EF4-FFF2-40B4-BE49-F238E27FC236}">
                <a16:creationId xmlns:a16="http://schemas.microsoft.com/office/drawing/2014/main" id="{6191F31A-6C4C-D5EA-A101-05BFD05A0100}"/>
              </a:ext>
            </a:extLst>
          </p:cNvPr>
          <p:cNvSpPr>
            <a:spLocks noGrp="1"/>
          </p:cNvSpPr>
          <p:nvPr>
            <p:ph type="dt" sz="half" idx="10"/>
          </p:nvPr>
        </p:nvSpPr>
        <p:spPr/>
        <p:txBody>
          <a:bodyPr/>
          <a:lstStyle/>
          <a:p>
            <a:fld id="{D4B04692-9596-B049-B28D-1BF99E353E86}" type="datetimeFigureOut">
              <a:rPr lang="en-KZ" smtClean="0"/>
              <a:t>28.02.2025</a:t>
            </a:fld>
            <a:endParaRPr lang="en-KZ"/>
          </a:p>
        </p:txBody>
      </p:sp>
      <p:sp>
        <p:nvSpPr>
          <p:cNvPr id="5" name="Footer Placeholder 4">
            <a:extLst>
              <a:ext uri="{FF2B5EF4-FFF2-40B4-BE49-F238E27FC236}">
                <a16:creationId xmlns:a16="http://schemas.microsoft.com/office/drawing/2014/main" id="{1256EA58-06F3-8593-17C2-3B1EA9067AD9}"/>
              </a:ext>
            </a:extLst>
          </p:cNvPr>
          <p:cNvSpPr>
            <a:spLocks noGrp="1"/>
          </p:cNvSpPr>
          <p:nvPr>
            <p:ph type="ftr" sz="quarter" idx="11"/>
          </p:nvPr>
        </p:nvSpPr>
        <p:spPr/>
        <p:txBody>
          <a:bodyPr/>
          <a:lstStyle/>
          <a:p>
            <a:endParaRPr lang="en-KZ"/>
          </a:p>
        </p:txBody>
      </p:sp>
      <p:sp>
        <p:nvSpPr>
          <p:cNvPr id="6" name="Slide Number Placeholder 5">
            <a:extLst>
              <a:ext uri="{FF2B5EF4-FFF2-40B4-BE49-F238E27FC236}">
                <a16:creationId xmlns:a16="http://schemas.microsoft.com/office/drawing/2014/main" id="{4F0CFDD1-6CA1-454D-77C3-6AFC9398BD2B}"/>
              </a:ext>
            </a:extLst>
          </p:cNvPr>
          <p:cNvSpPr>
            <a:spLocks noGrp="1"/>
          </p:cNvSpPr>
          <p:nvPr>
            <p:ph type="sldNum" sz="quarter" idx="12"/>
          </p:nvPr>
        </p:nvSpPr>
        <p:spPr/>
        <p:txBody>
          <a:bodyPr/>
          <a:lstStyle/>
          <a:p>
            <a:fld id="{955237E3-854A-D04F-898A-FA190CB5BE04}" type="slidenum">
              <a:rPr lang="en-KZ" smtClean="0"/>
              <a:t>‹#›</a:t>
            </a:fld>
            <a:endParaRPr lang="en-KZ"/>
          </a:p>
        </p:txBody>
      </p:sp>
    </p:spTree>
    <p:extLst>
      <p:ext uri="{BB962C8B-B14F-4D97-AF65-F5344CB8AC3E}">
        <p14:creationId xmlns:p14="http://schemas.microsoft.com/office/powerpoint/2010/main" val="1240350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A27DCE-41C7-075F-7481-1AEC83AEB7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Z"/>
          </a:p>
        </p:txBody>
      </p:sp>
      <p:sp>
        <p:nvSpPr>
          <p:cNvPr id="3" name="Text Placeholder 2">
            <a:extLst>
              <a:ext uri="{FF2B5EF4-FFF2-40B4-BE49-F238E27FC236}">
                <a16:creationId xmlns:a16="http://schemas.microsoft.com/office/drawing/2014/main" id="{E2CFBA49-CD14-E5AD-CC4F-D5A658ACF7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Z"/>
          </a:p>
        </p:txBody>
      </p:sp>
      <p:sp>
        <p:nvSpPr>
          <p:cNvPr id="4" name="Date Placeholder 3">
            <a:extLst>
              <a:ext uri="{FF2B5EF4-FFF2-40B4-BE49-F238E27FC236}">
                <a16:creationId xmlns:a16="http://schemas.microsoft.com/office/drawing/2014/main" id="{6B4D4FEF-E184-F4C0-BAF8-0AE9C87FC7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B04692-9596-B049-B28D-1BF99E353E86}" type="datetimeFigureOut">
              <a:rPr lang="en-KZ" smtClean="0"/>
              <a:t>28.02.2025</a:t>
            </a:fld>
            <a:endParaRPr lang="en-KZ"/>
          </a:p>
        </p:txBody>
      </p:sp>
      <p:sp>
        <p:nvSpPr>
          <p:cNvPr id="5" name="Footer Placeholder 4">
            <a:extLst>
              <a:ext uri="{FF2B5EF4-FFF2-40B4-BE49-F238E27FC236}">
                <a16:creationId xmlns:a16="http://schemas.microsoft.com/office/drawing/2014/main" id="{C5BED7C0-9FCC-E52D-D215-93315DB71E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Z"/>
          </a:p>
        </p:txBody>
      </p:sp>
      <p:sp>
        <p:nvSpPr>
          <p:cNvPr id="6" name="Slide Number Placeholder 5">
            <a:extLst>
              <a:ext uri="{FF2B5EF4-FFF2-40B4-BE49-F238E27FC236}">
                <a16:creationId xmlns:a16="http://schemas.microsoft.com/office/drawing/2014/main" id="{51D6CF32-B6BE-F3F0-9DA6-945384CEB9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5237E3-854A-D04F-898A-FA190CB5BE04}" type="slidenum">
              <a:rPr lang="en-KZ" smtClean="0"/>
              <a:t>‹#›</a:t>
            </a:fld>
            <a:endParaRPr lang="en-KZ"/>
          </a:p>
        </p:txBody>
      </p:sp>
    </p:spTree>
    <p:extLst>
      <p:ext uri="{BB962C8B-B14F-4D97-AF65-F5344CB8AC3E}">
        <p14:creationId xmlns:p14="http://schemas.microsoft.com/office/powerpoint/2010/main" val="4274957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C5B-CE3A-B71E-EAA2-68074FB1A79B}"/>
              </a:ext>
            </a:extLst>
          </p:cNvPr>
          <p:cNvSpPr>
            <a:spLocks noGrp="1"/>
          </p:cNvSpPr>
          <p:nvPr>
            <p:ph type="ctrTitle"/>
          </p:nvPr>
        </p:nvSpPr>
        <p:spPr/>
        <p:txBody>
          <a:bodyPr>
            <a:normAutofit/>
          </a:bodyPr>
          <a:lstStyle/>
          <a:p>
            <a:r>
              <a:rPr lang="en-US" b="1" i="0" u="none" strike="noStrike" dirty="0">
                <a:solidFill>
                  <a:srgbClr val="273239"/>
                </a:solidFill>
                <a:effectLst/>
                <a:latin typeface="Source Sans 3"/>
              </a:rPr>
              <a:t>Support Vector Machine (SVM) Algorithm</a:t>
            </a:r>
            <a:endParaRPr lang="en-KZ" dirty="0"/>
          </a:p>
        </p:txBody>
      </p:sp>
      <p:sp>
        <p:nvSpPr>
          <p:cNvPr id="3" name="Subtitle 2">
            <a:extLst>
              <a:ext uri="{FF2B5EF4-FFF2-40B4-BE49-F238E27FC236}">
                <a16:creationId xmlns:a16="http://schemas.microsoft.com/office/drawing/2014/main" id="{4AC0D7F5-458F-32D3-A2FB-5F8DA4C21FFD}"/>
              </a:ext>
            </a:extLst>
          </p:cNvPr>
          <p:cNvSpPr>
            <a:spLocks noGrp="1"/>
          </p:cNvSpPr>
          <p:nvPr>
            <p:ph type="subTitle" idx="1"/>
          </p:nvPr>
        </p:nvSpPr>
        <p:spPr/>
        <p:txBody>
          <a:bodyPr/>
          <a:lstStyle/>
          <a:p>
            <a:endParaRPr lang="en-KZ"/>
          </a:p>
        </p:txBody>
      </p:sp>
    </p:spTree>
    <p:extLst>
      <p:ext uri="{BB962C8B-B14F-4D97-AF65-F5344CB8AC3E}">
        <p14:creationId xmlns:p14="http://schemas.microsoft.com/office/powerpoint/2010/main" val="1179931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A09EF-5BB4-A679-56C7-DA03A2995F9F}"/>
              </a:ext>
            </a:extLst>
          </p:cNvPr>
          <p:cNvSpPr>
            <a:spLocks noGrp="1"/>
          </p:cNvSpPr>
          <p:nvPr>
            <p:ph type="title"/>
          </p:nvPr>
        </p:nvSpPr>
        <p:spPr/>
        <p:txBody>
          <a:bodyPr/>
          <a:lstStyle/>
          <a:p>
            <a:endParaRPr lang="en-KZ"/>
          </a:p>
        </p:txBody>
      </p:sp>
      <p:sp>
        <p:nvSpPr>
          <p:cNvPr id="3" name="Content Placeholder 2">
            <a:extLst>
              <a:ext uri="{FF2B5EF4-FFF2-40B4-BE49-F238E27FC236}">
                <a16:creationId xmlns:a16="http://schemas.microsoft.com/office/drawing/2014/main" id="{49A4D88C-57C9-F478-B50E-222FD566D1E2}"/>
              </a:ext>
            </a:extLst>
          </p:cNvPr>
          <p:cNvSpPr>
            <a:spLocks noGrp="1"/>
          </p:cNvSpPr>
          <p:nvPr>
            <p:ph idx="1"/>
          </p:nvPr>
        </p:nvSpPr>
        <p:spPr/>
        <p:txBody>
          <a:bodyPr/>
          <a:lstStyle/>
          <a:p>
            <a:pPr algn="l" rtl="0" fontAlgn="base">
              <a:spcAft>
                <a:spcPts val="750"/>
              </a:spcAft>
            </a:pPr>
            <a:r>
              <a:rPr lang="en-US" b="0" i="0" u="none" strike="noStrike" dirty="0">
                <a:solidFill>
                  <a:srgbClr val="273239"/>
                </a:solidFill>
                <a:effectLst/>
                <a:latin typeface="Nunito" pitchFamily="2" charset="77"/>
              </a:rPr>
              <a:t>Support Vector Machine (SVM) is a supervised machine learning algorithm used for classification and regression tasks. While it can handle regression problems, SVM is particularly well-suited for classification tasks.  </a:t>
            </a:r>
          </a:p>
          <a:p>
            <a:pPr algn="l" rtl="0" fontAlgn="base">
              <a:spcAft>
                <a:spcPts val="750"/>
              </a:spcAft>
            </a:pPr>
            <a:r>
              <a:rPr lang="en-US" b="0" i="0" u="none" strike="noStrike" dirty="0">
                <a:solidFill>
                  <a:srgbClr val="273239"/>
                </a:solidFill>
                <a:effectLst/>
                <a:latin typeface="Nunito" pitchFamily="2" charset="77"/>
              </a:rPr>
              <a:t>SVM aims to find the optimal hyperplane in an N-dimensional space to separate data points into different classes. The algorithm maximizes the margin between the closest points of different classes.</a:t>
            </a:r>
          </a:p>
          <a:p>
            <a:endParaRPr lang="en-KZ" dirty="0"/>
          </a:p>
        </p:txBody>
      </p:sp>
    </p:spTree>
    <p:extLst>
      <p:ext uri="{BB962C8B-B14F-4D97-AF65-F5344CB8AC3E}">
        <p14:creationId xmlns:p14="http://schemas.microsoft.com/office/powerpoint/2010/main" val="1299893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F01B5-07F9-6AA3-845B-4EFEAE4F93A9}"/>
              </a:ext>
            </a:extLst>
          </p:cNvPr>
          <p:cNvSpPr>
            <a:spLocks noGrp="1"/>
          </p:cNvSpPr>
          <p:nvPr>
            <p:ph type="title"/>
          </p:nvPr>
        </p:nvSpPr>
        <p:spPr>
          <a:xfrm>
            <a:off x="838200" y="365125"/>
            <a:ext cx="10515600" cy="667609"/>
          </a:xfrm>
        </p:spPr>
        <p:txBody>
          <a:bodyPr>
            <a:normAutofit fontScale="90000"/>
          </a:bodyPr>
          <a:lstStyle/>
          <a:p>
            <a:r>
              <a:rPr lang="en-US" b="1" i="0" u="none" strike="noStrike" dirty="0">
                <a:solidFill>
                  <a:srgbClr val="273239"/>
                </a:solidFill>
                <a:effectLst/>
                <a:latin typeface="Nunito" pitchFamily="2" charset="77"/>
              </a:rPr>
              <a:t>Terminology</a:t>
            </a:r>
            <a:endParaRPr lang="en-KZ" dirty="0"/>
          </a:p>
        </p:txBody>
      </p:sp>
      <p:sp>
        <p:nvSpPr>
          <p:cNvPr id="3" name="Content Placeholder 2">
            <a:extLst>
              <a:ext uri="{FF2B5EF4-FFF2-40B4-BE49-F238E27FC236}">
                <a16:creationId xmlns:a16="http://schemas.microsoft.com/office/drawing/2014/main" id="{52E1EF8D-28CA-786F-D6B2-1E2000559CD0}"/>
              </a:ext>
            </a:extLst>
          </p:cNvPr>
          <p:cNvSpPr>
            <a:spLocks noGrp="1"/>
          </p:cNvSpPr>
          <p:nvPr>
            <p:ph idx="1"/>
          </p:nvPr>
        </p:nvSpPr>
        <p:spPr>
          <a:xfrm>
            <a:off x="838200" y="1032734"/>
            <a:ext cx="10515600" cy="5460141"/>
          </a:xfrm>
        </p:spPr>
        <p:txBody>
          <a:bodyPr>
            <a:normAutofit fontScale="62500" lnSpcReduction="20000"/>
          </a:bodyPr>
          <a:lstStyle/>
          <a:p>
            <a:pPr algn="l" fontAlgn="base">
              <a:spcAft>
                <a:spcPts val="1800"/>
              </a:spcAft>
              <a:buFont typeface="Arial" panose="020B0604020202020204" pitchFamily="34" charset="0"/>
              <a:buChar char="•"/>
            </a:pPr>
            <a:r>
              <a:rPr lang="en-US" b="1" i="0" u="none" strike="noStrike" dirty="0">
                <a:solidFill>
                  <a:srgbClr val="273239"/>
                </a:solidFill>
                <a:effectLst/>
                <a:latin typeface="Nunito" pitchFamily="2" charset="77"/>
              </a:rPr>
              <a:t>Hyperplane</a:t>
            </a:r>
            <a:r>
              <a:rPr lang="en-US" b="0" i="0" u="none" strike="noStrike" dirty="0">
                <a:solidFill>
                  <a:srgbClr val="273239"/>
                </a:solidFill>
                <a:effectLst/>
                <a:latin typeface="Nunito" pitchFamily="2" charset="77"/>
              </a:rPr>
              <a:t>: A decision boundary separating different classes in feature space, represented by the equation</a:t>
            </a:r>
            <a:r>
              <a:rPr lang="en-US" b="1" i="0" u="none" strike="noStrike" dirty="0">
                <a:solidFill>
                  <a:srgbClr val="273239"/>
                </a:solidFill>
                <a:effectLst/>
                <a:latin typeface="Nunito" pitchFamily="2" charset="77"/>
              </a:rPr>
              <a:t> </a:t>
            </a:r>
            <a:r>
              <a:rPr lang="en-US" b="1" i="0" u="none" strike="noStrike" dirty="0" err="1">
                <a:solidFill>
                  <a:srgbClr val="273239"/>
                </a:solidFill>
                <a:effectLst/>
                <a:latin typeface="Nunito" pitchFamily="2" charset="77"/>
              </a:rPr>
              <a:t>wx</a:t>
            </a:r>
            <a:r>
              <a:rPr lang="en-US" b="1" i="0" u="none" strike="noStrike" dirty="0">
                <a:solidFill>
                  <a:srgbClr val="273239"/>
                </a:solidFill>
                <a:effectLst/>
                <a:latin typeface="Nunito" pitchFamily="2" charset="77"/>
              </a:rPr>
              <a:t> + b = 0</a:t>
            </a:r>
            <a:r>
              <a:rPr lang="en-US" b="0" i="0" u="none" strike="noStrike" dirty="0">
                <a:solidFill>
                  <a:srgbClr val="273239"/>
                </a:solidFill>
                <a:effectLst/>
                <a:latin typeface="Nunito" pitchFamily="2" charset="77"/>
              </a:rPr>
              <a:t> in linear classification.</a:t>
            </a:r>
          </a:p>
          <a:p>
            <a:pPr algn="l" fontAlgn="base">
              <a:spcAft>
                <a:spcPts val="1800"/>
              </a:spcAft>
              <a:buFont typeface="Arial" panose="020B0604020202020204" pitchFamily="34" charset="0"/>
              <a:buChar char="•"/>
            </a:pPr>
            <a:r>
              <a:rPr lang="en-US" b="1" i="0" u="none" strike="noStrike" dirty="0">
                <a:solidFill>
                  <a:srgbClr val="273239"/>
                </a:solidFill>
                <a:effectLst/>
                <a:latin typeface="Nunito" pitchFamily="2" charset="77"/>
              </a:rPr>
              <a:t>Support Vectors</a:t>
            </a:r>
            <a:r>
              <a:rPr lang="en-US" b="0" i="0" u="none" strike="noStrike" dirty="0">
                <a:solidFill>
                  <a:srgbClr val="273239"/>
                </a:solidFill>
                <a:effectLst/>
                <a:latin typeface="Nunito" pitchFamily="2" charset="77"/>
              </a:rPr>
              <a:t>: The closest data points to the hyperplane, crucial for determining the hyperplane and margin in SVM.</a:t>
            </a:r>
          </a:p>
          <a:p>
            <a:pPr algn="l" fontAlgn="base">
              <a:spcAft>
                <a:spcPts val="1800"/>
              </a:spcAft>
              <a:buFont typeface="Arial" panose="020B0604020202020204" pitchFamily="34" charset="0"/>
              <a:buChar char="•"/>
            </a:pPr>
            <a:r>
              <a:rPr lang="en-US" b="1" i="0" u="none" strike="noStrike" dirty="0">
                <a:solidFill>
                  <a:srgbClr val="273239"/>
                </a:solidFill>
                <a:effectLst/>
                <a:latin typeface="Nunito" pitchFamily="2" charset="77"/>
              </a:rPr>
              <a:t>Margin</a:t>
            </a:r>
            <a:r>
              <a:rPr lang="en-US" b="0" i="0" u="none" strike="noStrike" dirty="0">
                <a:solidFill>
                  <a:srgbClr val="273239"/>
                </a:solidFill>
                <a:effectLst/>
                <a:latin typeface="Nunito" pitchFamily="2" charset="77"/>
              </a:rPr>
              <a:t>: The distance between the hyperplane and the support vectors. SVM aims to maximize this margin for better classification performance.</a:t>
            </a:r>
          </a:p>
          <a:p>
            <a:pPr algn="l" fontAlgn="base">
              <a:spcAft>
                <a:spcPts val="1800"/>
              </a:spcAft>
              <a:buFont typeface="Arial" panose="020B0604020202020204" pitchFamily="34" charset="0"/>
              <a:buChar char="•"/>
            </a:pPr>
            <a:r>
              <a:rPr lang="en-US" b="1" i="0" u="none" strike="noStrike" dirty="0">
                <a:solidFill>
                  <a:srgbClr val="273239"/>
                </a:solidFill>
                <a:effectLst/>
                <a:latin typeface="Nunito" pitchFamily="2" charset="77"/>
              </a:rPr>
              <a:t>Kernel</a:t>
            </a:r>
            <a:r>
              <a:rPr lang="en-US" b="0" i="0" u="none" strike="noStrike" dirty="0">
                <a:solidFill>
                  <a:srgbClr val="273239"/>
                </a:solidFill>
                <a:effectLst/>
                <a:latin typeface="Nunito" pitchFamily="2" charset="77"/>
              </a:rPr>
              <a:t>: A function that maps data to a higher-dimensional space, enabling SVM to handle non-linearly separable data. </a:t>
            </a:r>
          </a:p>
          <a:p>
            <a:pPr algn="l" fontAlgn="base">
              <a:spcAft>
                <a:spcPts val="1800"/>
              </a:spcAft>
              <a:buFont typeface="Arial" panose="020B0604020202020204" pitchFamily="34" charset="0"/>
              <a:buChar char="•"/>
            </a:pPr>
            <a:r>
              <a:rPr lang="en-US" b="1" i="0" u="none" strike="noStrike" dirty="0">
                <a:solidFill>
                  <a:srgbClr val="273239"/>
                </a:solidFill>
                <a:effectLst/>
                <a:latin typeface="Nunito" pitchFamily="2" charset="77"/>
              </a:rPr>
              <a:t>Hard Margin</a:t>
            </a:r>
            <a:r>
              <a:rPr lang="en-US" b="0" i="0" u="none" strike="noStrike" dirty="0">
                <a:solidFill>
                  <a:srgbClr val="273239"/>
                </a:solidFill>
                <a:effectLst/>
                <a:latin typeface="Nunito" pitchFamily="2" charset="77"/>
              </a:rPr>
              <a:t>: A maximum-margin hyperplane that perfectly separates the data without misclassifications.</a:t>
            </a:r>
          </a:p>
          <a:p>
            <a:pPr algn="l" fontAlgn="base">
              <a:spcAft>
                <a:spcPts val="1800"/>
              </a:spcAft>
              <a:buFont typeface="Arial" panose="020B0604020202020204" pitchFamily="34" charset="0"/>
              <a:buChar char="•"/>
            </a:pPr>
            <a:r>
              <a:rPr lang="en-US" b="1" i="0" u="none" strike="noStrike" dirty="0">
                <a:solidFill>
                  <a:srgbClr val="273239"/>
                </a:solidFill>
                <a:effectLst/>
                <a:latin typeface="Nunito" pitchFamily="2" charset="77"/>
              </a:rPr>
              <a:t>Soft Margin</a:t>
            </a:r>
            <a:r>
              <a:rPr lang="en-US" b="0" i="0" u="none" strike="noStrike" dirty="0">
                <a:solidFill>
                  <a:srgbClr val="273239"/>
                </a:solidFill>
                <a:effectLst/>
                <a:latin typeface="Nunito" pitchFamily="2" charset="77"/>
              </a:rPr>
              <a:t>: Allows some misclassifications by introducing slack variables, balancing margin maximization and misclassification penalties when data is not perfectly separable.</a:t>
            </a:r>
          </a:p>
          <a:p>
            <a:pPr algn="l" fontAlgn="base">
              <a:spcAft>
                <a:spcPts val="1800"/>
              </a:spcAft>
              <a:buFont typeface="Arial" panose="020B0604020202020204" pitchFamily="34" charset="0"/>
              <a:buChar char="•"/>
            </a:pPr>
            <a:r>
              <a:rPr lang="en-US" b="1" i="0" u="none" strike="noStrike" dirty="0">
                <a:solidFill>
                  <a:srgbClr val="273239"/>
                </a:solidFill>
                <a:effectLst/>
                <a:latin typeface="Nunito" pitchFamily="2" charset="77"/>
              </a:rPr>
              <a:t>C</a:t>
            </a:r>
            <a:r>
              <a:rPr lang="en-US" b="0" i="0" u="none" strike="noStrike" dirty="0">
                <a:solidFill>
                  <a:srgbClr val="273239"/>
                </a:solidFill>
                <a:effectLst/>
                <a:latin typeface="Nunito" pitchFamily="2" charset="77"/>
              </a:rPr>
              <a:t>: A regularization term balancing margin maximization and misclassification penalties. A higher C value enforces a stricter penalty for misclassifications.</a:t>
            </a:r>
          </a:p>
          <a:p>
            <a:endParaRPr lang="en-KZ" dirty="0"/>
          </a:p>
        </p:txBody>
      </p:sp>
    </p:spTree>
    <p:extLst>
      <p:ext uri="{BB962C8B-B14F-4D97-AF65-F5344CB8AC3E}">
        <p14:creationId xmlns:p14="http://schemas.microsoft.com/office/powerpoint/2010/main" val="3023785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FEC9AD-01EA-BB45-8ED5-B40E1D8A1430}"/>
              </a:ext>
            </a:extLst>
          </p:cNvPr>
          <p:cNvSpPr>
            <a:spLocks noGrp="1"/>
          </p:cNvSpPr>
          <p:nvPr>
            <p:ph idx="1"/>
          </p:nvPr>
        </p:nvSpPr>
        <p:spPr>
          <a:xfrm>
            <a:off x="838200" y="470160"/>
            <a:ext cx="10515600" cy="2380615"/>
          </a:xfrm>
        </p:spPr>
        <p:txBody>
          <a:bodyPr>
            <a:normAutofit fontScale="85000" lnSpcReduction="20000"/>
          </a:bodyPr>
          <a:lstStyle/>
          <a:p>
            <a:r>
              <a:rPr lang="en-US" dirty="0">
                <a:solidFill>
                  <a:srgbClr val="273239"/>
                </a:solidFill>
                <a:latin typeface="Nunito" pitchFamily="2" charset="77"/>
              </a:rPr>
              <a:t>T</a:t>
            </a:r>
            <a:r>
              <a:rPr lang="en-US" b="0" i="0" u="none" strike="noStrike" dirty="0">
                <a:solidFill>
                  <a:srgbClr val="273239"/>
                </a:solidFill>
                <a:effectLst/>
                <a:latin typeface="Nunito" pitchFamily="2" charset="77"/>
              </a:rPr>
              <a:t>he key idea behind the SVM algorithm is to find the hyperplane that best separates two classes by maximizing the margin between them. This margin is the distance from the hyperplane to the nearest data points (</a:t>
            </a:r>
            <a:r>
              <a:rPr lang="en-US" b="1" i="0" u="none" strike="noStrike" dirty="0">
                <a:solidFill>
                  <a:srgbClr val="273239"/>
                </a:solidFill>
                <a:effectLst/>
                <a:latin typeface="Nunito" pitchFamily="2" charset="77"/>
              </a:rPr>
              <a:t>support vectors</a:t>
            </a:r>
            <a:r>
              <a:rPr lang="en-US" b="0" i="0" u="none" strike="noStrike" dirty="0">
                <a:solidFill>
                  <a:srgbClr val="273239"/>
                </a:solidFill>
                <a:effectLst/>
                <a:latin typeface="Nunito" pitchFamily="2" charset="77"/>
              </a:rPr>
              <a:t>) on each side.</a:t>
            </a:r>
            <a:endParaRPr lang="ru-RU" b="0" i="0" u="none" strike="noStrike" dirty="0">
              <a:solidFill>
                <a:srgbClr val="273239"/>
              </a:solidFill>
              <a:effectLst/>
              <a:latin typeface="Nunito" pitchFamily="2" charset="77"/>
            </a:endParaRPr>
          </a:p>
          <a:p>
            <a:r>
              <a:rPr lang="en-US" b="0" i="0" u="none" strike="noStrike" dirty="0">
                <a:solidFill>
                  <a:srgbClr val="273239"/>
                </a:solidFill>
                <a:effectLst/>
                <a:latin typeface="Nunito" pitchFamily="2" charset="77"/>
              </a:rPr>
              <a:t>The best hyperplane, also known as the </a:t>
            </a:r>
            <a:r>
              <a:rPr lang="en-US" b="1" i="0" u="none" strike="noStrike" dirty="0">
                <a:solidFill>
                  <a:srgbClr val="273239"/>
                </a:solidFill>
                <a:effectLst/>
                <a:latin typeface="Nunito" pitchFamily="2" charset="77"/>
              </a:rPr>
              <a:t>“hard margin,”</a:t>
            </a:r>
            <a:r>
              <a:rPr lang="en-US" b="0" i="0" u="none" strike="noStrike" dirty="0">
                <a:solidFill>
                  <a:srgbClr val="273239"/>
                </a:solidFill>
                <a:effectLst/>
                <a:latin typeface="Nunito" pitchFamily="2" charset="77"/>
              </a:rPr>
              <a:t> is the one that maximizes the distance between the hyperplane and the nearest data points from both classes. This ensures a clear separation between the classes. So, from the above figure, we choose L2 as hard margin.</a:t>
            </a:r>
            <a:endParaRPr lang="en-KZ" dirty="0"/>
          </a:p>
        </p:txBody>
      </p:sp>
      <p:pic>
        <p:nvPicPr>
          <p:cNvPr id="1026" name="Picture 2" descr="Multiple hyperplanes separating the data from two classes">
            <a:extLst>
              <a:ext uri="{FF2B5EF4-FFF2-40B4-BE49-F238E27FC236}">
                <a16:creationId xmlns:a16="http://schemas.microsoft.com/office/drawing/2014/main" id="{B2984730-B609-C331-DDF6-3CBE73914E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2602" y="3304952"/>
            <a:ext cx="4405779" cy="3553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9750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F33BAC-F115-41DB-E15A-9EA34B8B288D}"/>
              </a:ext>
            </a:extLst>
          </p:cNvPr>
          <p:cNvSpPr>
            <a:spLocks noGrp="1"/>
          </p:cNvSpPr>
          <p:nvPr>
            <p:ph idx="1"/>
          </p:nvPr>
        </p:nvSpPr>
        <p:spPr>
          <a:xfrm>
            <a:off x="838200" y="365125"/>
            <a:ext cx="10515600" cy="4351338"/>
          </a:xfrm>
        </p:spPr>
        <p:txBody>
          <a:bodyPr/>
          <a:lstStyle/>
          <a:p>
            <a:r>
              <a:rPr lang="en-US" b="0" i="0" u="none" strike="noStrike" dirty="0">
                <a:solidFill>
                  <a:srgbClr val="273239"/>
                </a:solidFill>
                <a:effectLst/>
                <a:latin typeface="Nunito" pitchFamily="2" charset="77"/>
              </a:rPr>
              <a:t>The blue ball in the boundary of red ones is an outlier of blue balls. The SVM algorithm has the characteristics to ignore the outlier and finds the best hyperplane that maximizes the margin. SVM is robust to outliers.</a:t>
            </a:r>
            <a:endParaRPr lang="en-KZ" dirty="0"/>
          </a:p>
        </p:txBody>
      </p:sp>
      <p:pic>
        <p:nvPicPr>
          <p:cNvPr id="2050" name="Picture 2" descr="Selecting hyperplane for data with outlier">
            <a:extLst>
              <a:ext uri="{FF2B5EF4-FFF2-40B4-BE49-F238E27FC236}">
                <a16:creationId xmlns:a16="http://schemas.microsoft.com/office/drawing/2014/main" id="{A5FD5AB1-4DA7-96EE-D51C-EAB9E6FEF2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8311" y="2378075"/>
            <a:ext cx="48387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0040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8D2C4-D756-A76D-95DB-5C7463DEC993}"/>
              </a:ext>
            </a:extLst>
          </p:cNvPr>
          <p:cNvSpPr>
            <a:spLocks noGrp="1"/>
          </p:cNvSpPr>
          <p:nvPr>
            <p:ph type="title"/>
          </p:nvPr>
        </p:nvSpPr>
        <p:spPr/>
        <p:txBody>
          <a:bodyPr/>
          <a:lstStyle/>
          <a:p>
            <a:endParaRPr lang="en-KZ"/>
          </a:p>
        </p:txBody>
      </p:sp>
      <p:sp>
        <p:nvSpPr>
          <p:cNvPr id="3" name="Content Placeholder 2">
            <a:extLst>
              <a:ext uri="{FF2B5EF4-FFF2-40B4-BE49-F238E27FC236}">
                <a16:creationId xmlns:a16="http://schemas.microsoft.com/office/drawing/2014/main" id="{1D666F6D-7856-6DA5-218E-38774BE71671}"/>
              </a:ext>
            </a:extLst>
          </p:cNvPr>
          <p:cNvSpPr>
            <a:spLocks noGrp="1"/>
          </p:cNvSpPr>
          <p:nvPr>
            <p:ph idx="1"/>
          </p:nvPr>
        </p:nvSpPr>
        <p:spPr/>
        <p:txBody>
          <a:bodyPr/>
          <a:lstStyle/>
          <a:p>
            <a:endParaRPr lang="en-KZ" dirty="0"/>
          </a:p>
        </p:txBody>
      </p:sp>
      <p:pic>
        <p:nvPicPr>
          <p:cNvPr id="4" name="Picture 3">
            <a:extLst>
              <a:ext uri="{FF2B5EF4-FFF2-40B4-BE49-F238E27FC236}">
                <a16:creationId xmlns:a16="http://schemas.microsoft.com/office/drawing/2014/main" id="{EF2C192A-0194-BDAA-A8CA-E99D7298DFF6}"/>
              </a:ext>
            </a:extLst>
          </p:cNvPr>
          <p:cNvPicPr>
            <a:picLocks noChangeAspect="1"/>
          </p:cNvPicPr>
          <p:nvPr/>
        </p:nvPicPr>
        <p:blipFill>
          <a:blip r:embed="rId2"/>
          <a:stretch>
            <a:fillRect/>
          </a:stretch>
        </p:blipFill>
        <p:spPr>
          <a:xfrm>
            <a:off x="69760" y="261490"/>
            <a:ext cx="12122240" cy="4482632"/>
          </a:xfrm>
          <a:prstGeom prst="rect">
            <a:avLst/>
          </a:prstGeom>
        </p:spPr>
      </p:pic>
      <p:pic>
        <p:nvPicPr>
          <p:cNvPr id="5" name="Picture 4">
            <a:extLst>
              <a:ext uri="{FF2B5EF4-FFF2-40B4-BE49-F238E27FC236}">
                <a16:creationId xmlns:a16="http://schemas.microsoft.com/office/drawing/2014/main" id="{2E0D9DD4-5AD2-B993-6DE0-EC51ABF7AF39}"/>
              </a:ext>
            </a:extLst>
          </p:cNvPr>
          <p:cNvPicPr>
            <a:picLocks noChangeAspect="1"/>
          </p:cNvPicPr>
          <p:nvPr/>
        </p:nvPicPr>
        <p:blipFill>
          <a:blip r:embed="rId3"/>
          <a:stretch>
            <a:fillRect/>
          </a:stretch>
        </p:blipFill>
        <p:spPr>
          <a:xfrm>
            <a:off x="5217459" y="4098414"/>
            <a:ext cx="3893370" cy="2759586"/>
          </a:xfrm>
          <a:prstGeom prst="rect">
            <a:avLst/>
          </a:prstGeom>
        </p:spPr>
      </p:pic>
    </p:spTree>
    <p:extLst>
      <p:ext uri="{BB962C8B-B14F-4D97-AF65-F5344CB8AC3E}">
        <p14:creationId xmlns:p14="http://schemas.microsoft.com/office/powerpoint/2010/main" val="2489910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0DA2F-4B85-206D-02F3-B79156D9AE14}"/>
              </a:ext>
            </a:extLst>
          </p:cNvPr>
          <p:cNvSpPr>
            <a:spLocks noGrp="1"/>
          </p:cNvSpPr>
          <p:nvPr>
            <p:ph type="title"/>
          </p:nvPr>
        </p:nvSpPr>
        <p:spPr/>
        <p:txBody>
          <a:bodyPr/>
          <a:lstStyle/>
          <a:p>
            <a:r>
              <a:rPr lang="en-US" b="1" i="0" u="none" strike="noStrike" dirty="0">
                <a:solidFill>
                  <a:srgbClr val="273239"/>
                </a:solidFill>
                <a:effectLst/>
                <a:latin typeface="Nunito" pitchFamily="2" charset="77"/>
              </a:rPr>
              <a:t>not linearly separable data</a:t>
            </a:r>
            <a:br>
              <a:rPr lang="en-US" b="1" i="0" u="none" strike="noStrike" dirty="0">
                <a:solidFill>
                  <a:srgbClr val="273239"/>
                </a:solidFill>
                <a:effectLst/>
                <a:latin typeface="Nunito" pitchFamily="2" charset="77"/>
              </a:rPr>
            </a:br>
            <a:endParaRPr lang="en-KZ" dirty="0"/>
          </a:p>
        </p:txBody>
      </p:sp>
      <p:sp>
        <p:nvSpPr>
          <p:cNvPr id="3" name="Content Placeholder 2">
            <a:extLst>
              <a:ext uri="{FF2B5EF4-FFF2-40B4-BE49-F238E27FC236}">
                <a16:creationId xmlns:a16="http://schemas.microsoft.com/office/drawing/2014/main" id="{78D1F6B0-1F75-C94C-22DA-6D42BC33E29B}"/>
              </a:ext>
            </a:extLst>
          </p:cNvPr>
          <p:cNvSpPr>
            <a:spLocks noGrp="1"/>
          </p:cNvSpPr>
          <p:nvPr>
            <p:ph idx="1"/>
          </p:nvPr>
        </p:nvSpPr>
        <p:spPr/>
        <p:txBody>
          <a:bodyPr/>
          <a:lstStyle/>
          <a:p>
            <a:r>
              <a:rPr lang="en-US" b="0" i="0" u="none" strike="noStrike" dirty="0">
                <a:solidFill>
                  <a:srgbClr val="273239"/>
                </a:solidFill>
                <a:effectLst/>
                <a:latin typeface="Nunito" pitchFamily="2" charset="77"/>
              </a:rPr>
              <a:t>When data is not linearly separable (i.e., it can’t be divided by a straight line), SVM uses a technique called </a:t>
            </a:r>
            <a:r>
              <a:rPr lang="en-US" b="1" i="0" u="none" strike="noStrike" dirty="0">
                <a:solidFill>
                  <a:srgbClr val="273239"/>
                </a:solidFill>
                <a:effectLst/>
                <a:latin typeface="Nunito" pitchFamily="2" charset="77"/>
              </a:rPr>
              <a:t>kernels</a:t>
            </a:r>
            <a:r>
              <a:rPr lang="en-US" b="0" i="0" u="none" strike="noStrike" dirty="0">
                <a:solidFill>
                  <a:srgbClr val="273239"/>
                </a:solidFill>
                <a:effectLst/>
                <a:latin typeface="Nunito" pitchFamily="2" charset="77"/>
              </a:rPr>
              <a:t> to map the data into a higher-dimensional space where it becomes separable. This transformation helps SVM find a decision boundary even for non-linear data.</a:t>
            </a:r>
            <a:endParaRPr lang="en-KZ" dirty="0"/>
          </a:p>
        </p:txBody>
      </p:sp>
      <p:pic>
        <p:nvPicPr>
          <p:cNvPr id="3074" name="Picture 2" descr="Original 1D dataset for classification">
            <a:extLst>
              <a:ext uri="{FF2B5EF4-FFF2-40B4-BE49-F238E27FC236}">
                <a16:creationId xmlns:a16="http://schemas.microsoft.com/office/drawing/2014/main" id="{2EA4FA5E-C3DF-7E16-B769-91728DC4C9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3253" y="3905250"/>
            <a:ext cx="7035800"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474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DDF63-66E2-226F-CD74-8513ED6034ED}"/>
              </a:ext>
            </a:extLst>
          </p:cNvPr>
          <p:cNvSpPr>
            <a:spLocks noGrp="1"/>
          </p:cNvSpPr>
          <p:nvPr>
            <p:ph type="title"/>
          </p:nvPr>
        </p:nvSpPr>
        <p:spPr/>
        <p:txBody>
          <a:bodyPr/>
          <a:lstStyle/>
          <a:p>
            <a:endParaRPr lang="en-KZ"/>
          </a:p>
        </p:txBody>
      </p:sp>
      <p:sp>
        <p:nvSpPr>
          <p:cNvPr id="3" name="Content Placeholder 2">
            <a:extLst>
              <a:ext uri="{FF2B5EF4-FFF2-40B4-BE49-F238E27FC236}">
                <a16:creationId xmlns:a16="http://schemas.microsoft.com/office/drawing/2014/main" id="{7610CD9E-A8B7-268A-6115-02902394BA39}"/>
              </a:ext>
            </a:extLst>
          </p:cNvPr>
          <p:cNvSpPr>
            <a:spLocks noGrp="1"/>
          </p:cNvSpPr>
          <p:nvPr>
            <p:ph idx="1"/>
          </p:nvPr>
        </p:nvSpPr>
        <p:spPr/>
        <p:txBody>
          <a:bodyPr>
            <a:normAutofit fontScale="85000" lnSpcReduction="20000"/>
          </a:bodyPr>
          <a:lstStyle/>
          <a:p>
            <a:pPr algn="l" rtl="0" fontAlgn="base">
              <a:spcAft>
                <a:spcPts val="750"/>
              </a:spcAft>
            </a:pPr>
            <a:r>
              <a:rPr lang="en-US" b="0" i="0" u="none" strike="noStrike" dirty="0">
                <a:solidFill>
                  <a:srgbClr val="273239"/>
                </a:solidFill>
                <a:effectLst/>
                <a:latin typeface="Nunito" pitchFamily="2" charset="77"/>
              </a:rPr>
              <a:t>A </a:t>
            </a:r>
            <a:r>
              <a:rPr lang="en-US" b="1" i="0" u="none" strike="noStrike" dirty="0">
                <a:solidFill>
                  <a:srgbClr val="273239"/>
                </a:solidFill>
                <a:effectLst/>
                <a:latin typeface="Nunito" pitchFamily="2" charset="77"/>
              </a:rPr>
              <a:t>kernel</a:t>
            </a:r>
            <a:r>
              <a:rPr lang="en-US" b="0" i="0" u="none" strike="noStrike" dirty="0">
                <a:solidFill>
                  <a:srgbClr val="273239"/>
                </a:solidFill>
                <a:effectLst/>
                <a:latin typeface="Nunito" pitchFamily="2" charset="77"/>
              </a:rPr>
              <a:t> is a function that maps data points into a higher-dimensional space without explicitly computing the coordinates in that space. This allows SVM to work efficiently with non-linear data by implicitly performing the mapping.</a:t>
            </a:r>
          </a:p>
          <a:p>
            <a:pPr algn="l" rtl="0" fontAlgn="base">
              <a:spcAft>
                <a:spcPts val="750"/>
              </a:spcAft>
            </a:pPr>
            <a:r>
              <a:rPr lang="en-US" b="0" i="0" u="none" strike="noStrike" dirty="0">
                <a:solidFill>
                  <a:srgbClr val="273239"/>
                </a:solidFill>
                <a:effectLst/>
                <a:latin typeface="Nunito" pitchFamily="2" charset="77"/>
              </a:rPr>
              <a:t>For example, consider data points that are not linearly separable. By applying a kernel function, SVM transforms the data points into a higher-dimensional space where they become linearly separable.</a:t>
            </a:r>
          </a:p>
          <a:p>
            <a:pPr algn="l" fontAlgn="base">
              <a:spcAft>
                <a:spcPts val="1800"/>
              </a:spcAft>
              <a:buFont typeface="Arial" panose="020B0604020202020204" pitchFamily="34" charset="0"/>
              <a:buChar char="•"/>
            </a:pPr>
            <a:r>
              <a:rPr lang="en-US" b="1" i="0" u="none" strike="noStrike" dirty="0">
                <a:solidFill>
                  <a:srgbClr val="273239"/>
                </a:solidFill>
                <a:effectLst/>
                <a:latin typeface="Nunito" pitchFamily="2" charset="77"/>
              </a:rPr>
              <a:t>Linear Kernel</a:t>
            </a:r>
            <a:r>
              <a:rPr lang="en-US" b="0" i="0" u="none" strike="noStrike" dirty="0">
                <a:solidFill>
                  <a:srgbClr val="273239"/>
                </a:solidFill>
                <a:effectLst/>
                <a:latin typeface="Nunito" pitchFamily="2" charset="77"/>
              </a:rPr>
              <a:t>: For linear separability.</a:t>
            </a:r>
          </a:p>
          <a:p>
            <a:pPr algn="l" fontAlgn="base">
              <a:spcAft>
                <a:spcPts val="1800"/>
              </a:spcAft>
              <a:buFont typeface="Arial" panose="020B0604020202020204" pitchFamily="34" charset="0"/>
              <a:buChar char="•"/>
            </a:pPr>
            <a:r>
              <a:rPr lang="en-US" b="1" i="0" u="none" strike="noStrike" dirty="0">
                <a:solidFill>
                  <a:srgbClr val="273239"/>
                </a:solidFill>
                <a:effectLst/>
                <a:latin typeface="Nunito" pitchFamily="2" charset="77"/>
              </a:rPr>
              <a:t>Polynomial Kernel</a:t>
            </a:r>
            <a:r>
              <a:rPr lang="en-US" b="0" i="0" u="none" strike="noStrike" dirty="0">
                <a:solidFill>
                  <a:srgbClr val="273239"/>
                </a:solidFill>
                <a:effectLst/>
                <a:latin typeface="Nunito" pitchFamily="2" charset="77"/>
              </a:rPr>
              <a:t>: Maps data into a polynomial space.</a:t>
            </a:r>
          </a:p>
          <a:p>
            <a:pPr algn="l" fontAlgn="base">
              <a:spcAft>
                <a:spcPts val="1800"/>
              </a:spcAft>
              <a:buFont typeface="Arial" panose="020B0604020202020204" pitchFamily="34" charset="0"/>
              <a:buChar char="•"/>
            </a:pPr>
            <a:r>
              <a:rPr lang="en-US" b="1" i="0" u="none" strike="noStrike" dirty="0">
                <a:solidFill>
                  <a:srgbClr val="273239"/>
                </a:solidFill>
                <a:effectLst/>
                <a:latin typeface="Nunito" pitchFamily="2" charset="77"/>
              </a:rPr>
              <a:t>Radial Basis Function (RBF) Kernel</a:t>
            </a:r>
            <a:r>
              <a:rPr lang="en-US" b="0" i="0" u="none" strike="noStrike" dirty="0">
                <a:solidFill>
                  <a:srgbClr val="273239"/>
                </a:solidFill>
                <a:effectLst/>
                <a:latin typeface="Nunito" pitchFamily="2" charset="77"/>
              </a:rPr>
              <a:t>: Transforms data into a space based on distances between data points.</a:t>
            </a:r>
          </a:p>
          <a:p>
            <a:endParaRPr lang="en-KZ" dirty="0"/>
          </a:p>
        </p:txBody>
      </p:sp>
    </p:spTree>
    <p:extLst>
      <p:ext uri="{BB962C8B-B14F-4D97-AF65-F5344CB8AC3E}">
        <p14:creationId xmlns:p14="http://schemas.microsoft.com/office/powerpoint/2010/main" val="302119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3DF23-634D-0A36-3C44-8B93F3FC068F}"/>
              </a:ext>
            </a:extLst>
          </p:cNvPr>
          <p:cNvSpPr>
            <a:spLocks noGrp="1"/>
          </p:cNvSpPr>
          <p:nvPr>
            <p:ph type="title"/>
          </p:nvPr>
        </p:nvSpPr>
        <p:spPr/>
        <p:txBody>
          <a:bodyPr/>
          <a:lstStyle/>
          <a:p>
            <a:r>
              <a:rPr lang="en-US" b="1" i="0" u="none" strike="noStrike" dirty="0">
                <a:solidFill>
                  <a:srgbClr val="273239"/>
                </a:solidFill>
                <a:effectLst/>
                <a:latin typeface="Nunito" pitchFamily="2" charset="77"/>
              </a:rPr>
              <a:t>Mathematical Computation: SVM</a:t>
            </a:r>
            <a:br>
              <a:rPr lang="en-US" b="1" i="0" u="none" strike="noStrike" dirty="0">
                <a:solidFill>
                  <a:srgbClr val="273239"/>
                </a:solidFill>
                <a:effectLst/>
                <a:latin typeface="Nunito" pitchFamily="2" charset="77"/>
              </a:rPr>
            </a:br>
            <a:endParaRPr lang="en-KZ" dirty="0"/>
          </a:p>
        </p:txBody>
      </p:sp>
      <p:sp>
        <p:nvSpPr>
          <p:cNvPr id="3" name="Content Placeholder 2">
            <a:extLst>
              <a:ext uri="{FF2B5EF4-FFF2-40B4-BE49-F238E27FC236}">
                <a16:creationId xmlns:a16="http://schemas.microsoft.com/office/drawing/2014/main" id="{548757F7-5520-64F6-A4E4-45C16372C91C}"/>
              </a:ext>
            </a:extLst>
          </p:cNvPr>
          <p:cNvSpPr>
            <a:spLocks noGrp="1"/>
          </p:cNvSpPr>
          <p:nvPr>
            <p:ph idx="1"/>
          </p:nvPr>
        </p:nvSpPr>
        <p:spPr/>
        <p:txBody>
          <a:bodyPr/>
          <a:lstStyle/>
          <a:p>
            <a:endParaRPr lang="en-KZ" dirty="0"/>
          </a:p>
        </p:txBody>
      </p:sp>
      <p:pic>
        <p:nvPicPr>
          <p:cNvPr id="4" name="Picture 3">
            <a:extLst>
              <a:ext uri="{FF2B5EF4-FFF2-40B4-BE49-F238E27FC236}">
                <a16:creationId xmlns:a16="http://schemas.microsoft.com/office/drawing/2014/main" id="{B03655A4-5449-E4DA-DFA7-4A5843777C23}"/>
              </a:ext>
            </a:extLst>
          </p:cNvPr>
          <p:cNvPicPr>
            <a:picLocks noChangeAspect="1"/>
          </p:cNvPicPr>
          <p:nvPr/>
        </p:nvPicPr>
        <p:blipFill>
          <a:blip r:embed="rId2"/>
          <a:stretch>
            <a:fillRect/>
          </a:stretch>
        </p:blipFill>
        <p:spPr>
          <a:xfrm>
            <a:off x="392505" y="1387571"/>
            <a:ext cx="11433631" cy="3980495"/>
          </a:xfrm>
          <a:prstGeom prst="rect">
            <a:avLst/>
          </a:prstGeom>
        </p:spPr>
      </p:pic>
    </p:spTree>
    <p:extLst>
      <p:ext uri="{BB962C8B-B14F-4D97-AF65-F5344CB8AC3E}">
        <p14:creationId xmlns:p14="http://schemas.microsoft.com/office/powerpoint/2010/main" val="236247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8F91-A657-7328-1642-FED01959E3EF}"/>
              </a:ext>
            </a:extLst>
          </p:cNvPr>
          <p:cNvSpPr>
            <a:spLocks noGrp="1"/>
          </p:cNvSpPr>
          <p:nvPr>
            <p:ph type="title"/>
          </p:nvPr>
        </p:nvSpPr>
        <p:spPr/>
        <p:txBody>
          <a:bodyPr/>
          <a:lstStyle/>
          <a:p>
            <a:endParaRPr lang="en-KZ"/>
          </a:p>
        </p:txBody>
      </p:sp>
      <p:pic>
        <p:nvPicPr>
          <p:cNvPr id="4" name="Picture 3">
            <a:extLst>
              <a:ext uri="{FF2B5EF4-FFF2-40B4-BE49-F238E27FC236}">
                <a16:creationId xmlns:a16="http://schemas.microsoft.com/office/drawing/2014/main" id="{DA3048E1-0DCB-4873-0CB1-0D1D9467EC07}"/>
              </a:ext>
            </a:extLst>
          </p:cNvPr>
          <p:cNvPicPr>
            <a:picLocks noChangeAspect="1"/>
          </p:cNvPicPr>
          <p:nvPr/>
        </p:nvPicPr>
        <p:blipFill>
          <a:blip r:embed="rId2"/>
          <a:stretch>
            <a:fillRect/>
          </a:stretch>
        </p:blipFill>
        <p:spPr>
          <a:xfrm>
            <a:off x="0" y="1535187"/>
            <a:ext cx="12220481" cy="3079843"/>
          </a:xfrm>
          <a:prstGeom prst="rect">
            <a:avLst/>
          </a:prstGeom>
        </p:spPr>
      </p:pic>
    </p:spTree>
    <p:extLst>
      <p:ext uri="{BB962C8B-B14F-4D97-AF65-F5344CB8AC3E}">
        <p14:creationId xmlns:p14="http://schemas.microsoft.com/office/powerpoint/2010/main" val="2403864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F7D3205-E4F0-5FDE-7468-AF970FBFD7D1}"/>
              </a:ext>
            </a:extLst>
          </p:cNvPr>
          <p:cNvPicPr>
            <a:picLocks noGrp="1" noChangeAspect="1"/>
          </p:cNvPicPr>
          <p:nvPr>
            <p:ph idx="1"/>
          </p:nvPr>
        </p:nvPicPr>
        <p:blipFill>
          <a:blip r:embed="rId2"/>
          <a:stretch>
            <a:fillRect/>
          </a:stretch>
        </p:blipFill>
        <p:spPr>
          <a:xfrm>
            <a:off x="634477" y="644310"/>
            <a:ext cx="11500978" cy="4056782"/>
          </a:xfrm>
          <a:prstGeom prst="rect">
            <a:avLst/>
          </a:prstGeom>
        </p:spPr>
      </p:pic>
    </p:spTree>
    <p:extLst>
      <p:ext uri="{BB962C8B-B14F-4D97-AF65-F5344CB8AC3E}">
        <p14:creationId xmlns:p14="http://schemas.microsoft.com/office/powerpoint/2010/main" val="1413494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D4689B-8D99-7DA7-E64A-0C3B6B098E40}"/>
              </a:ext>
            </a:extLst>
          </p:cNvPr>
          <p:cNvPicPr>
            <a:picLocks noChangeAspect="1"/>
          </p:cNvPicPr>
          <p:nvPr/>
        </p:nvPicPr>
        <p:blipFill>
          <a:blip r:embed="rId2"/>
          <a:stretch>
            <a:fillRect/>
          </a:stretch>
        </p:blipFill>
        <p:spPr>
          <a:xfrm>
            <a:off x="337968" y="214344"/>
            <a:ext cx="11420139" cy="5526718"/>
          </a:xfrm>
          <a:prstGeom prst="rect">
            <a:avLst/>
          </a:prstGeom>
        </p:spPr>
      </p:pic>
    </p:spTree>
    <p:extLst>
      <p:ext uri="{BB962C8B-B14F-4D97-AF65-F5344CB8AC3E}">
        <p14:creationId xmlns:p14="http://schemas.microsoft.com/office/powerpoint/2010/main" val="3002399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191CEE-6F67-AD26-194F-EF721BC0D57C}"/>
              </a:ext>
            </a:extLst>
          </p:cNvPr>
          <p:cNvPicPr>
            <a:picLocks noChangeAspect="1"/>
          </p:cNvPicPr>
          <p:nvPr/>
        </p:nvPicPr>
        <p:blipFill>
          <a:blip r:embed="rId2"/>
          <a:stretch>
            <a:fillRect/>
          </a:stretch>
        </p:blipFill>
        <p:spPr>
          <a:xfrm>
            <a:off x="341498" y="645459"/>
            <a:ext cx="11443449" cy="4948517"/>
          </a:xfrm>
          <a:prstGeom prst="rect">
            <a:avLst/>
          </a:prstGeom>
        </p:spPr>
      </p:pic>
    </p:spTree>
    <p:extLst>
      <p:ext uri="{BB962C8B-B14F-4D97-AF65-F5344CB8AC3E}">
        <p14:creationId xmlns:p14="http://schemas.microsoft.com/office/powerpoint/2010/main" val="1426750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28D0E-DE30-07A8-B79A-94E3B17D6EB8}"/>
              </a:ext>
            </a:extLst>
          </p:cNvPr>
          <p:cNvSpPr>
            <a:spLocks noGrp="1"/>
          </p:cNvSpPr>
          <p:nvPr>
            <p:ph type="title"/>
          </p:nvPr>
        </p:nvSpPr>
        <p:spPr/>
        <p:txBody>
          <a:bodyPr>
            <a:normAutofit/>
          </a:bodyPr>
          <a:lstStyle/>
          <a:p>
            <a:pPr fontAlgn="base"/>
            <a:r>
              <a:rPr lang="en-US" b="1" i="0" u="none" strike="noStrike" dirty="0">
                <a:solidFill>
                  <a:srgbClr val="273239"/>
                </a:solidFill>
                <a:effectLst/>
                <a:latin typeface="Nunito" pitchFamily="2" charset="77"/>
              </a:rPr>
              <a:t>Types of Support Vector Machine</a:t>
            </a:r>
            <a:br>
              <a:rPr lang="en-US" b="1" i="0" u="none" strike="noStrike" dirty="0">
                <a:solidFill>
                  <a:srgbClr val="273239"/>
                </a:solidFill>
                <a:effectLst/>
                <a:latin typeface="Nunito" pitchFamily="2" charset="77"/>
              </a:rPr>
            </a:br>
            <a:endParaRPr lang="en-KZ" dirty="0"/>
          </a:p>
        </p:txBody>
      </p:sp>
      <p:sp>
        <p:nvSpPr>
          <p:cNvPr id="3" name="Content Placeholder 2">
            <a:extLst>
              <a:ext uri="{FF2B5EF4-FFF2-40B4-BE49-F238E27FC236}">
                <a16:creationId xmlns:a16="http://schemas.microsoft.com/office/drawing/2014/main" id="{D6FA8359-4EFE-1DC9-5210-C97A73BD0D16}"/>
              </a:ext>
            </a:extLst>
          </p:cNvPr>
          <p:cNvSpPr>
            <a:spLocks noGrp="1"/>
          </p:cNvSpPr>
          <p:nvPr>
            <p:ph idx="1"/>
          </p:nvPr>
        </p:nvSpPr>
        <p:spPr/>
        <p:txBody>
          <a:bodyPr>
            <a:normAutofit fontScale="85000" lnSpcReduction="20000"/>
          </a:bodyPr>
          <a:lstStyle/>
          <a:p>
            <a:pPr algn="l" fontAlgn="base">
              <a:spcAft>
                <a:spcPts val="1800"/>
              </a:spcAft>
              <a:buFont typeface="Arial" panose="020B0604020202020204" pitchFamily="34" charset="0"/>
              <a:buChar char="•"/>
            </a:pPr>
            <a:r>
              <a:rPr lang="en-US" b="1" i="0" u="none" strike="noStrike" dirty="0">
                <a:solidFill>
                  <a:srgbClr val="273239"/>
                </a:solidFill>
                <a:effectLst/>
                <a:latin typeface="Nunito" pitchFamily="2" charset="77"/>
              </a:rPr>
              <a:t>Linear SVM: </a:t>
            </a:r>
            <a:r>
              <a:rPr lang="en-US" b="0" i="0" u="none" strike="noStrike" dirty="0">
                <a:solidFill>
                  <a:srgbClr val="273239"/>
                </a:solidFill>
                <a:effectLst/>
                <a:latin typeface="Nunito" pitchFamily="2" charset="77"/>
              </a:rPr>
              <a:t>Linear SVMs use a linear decision boundary to separate the data points of different classes. When the data can be precisely linearly separated, linear SVMs are very suitable. This means that a single straight line (in 2D) or a hyperplane (in higher dimensions) can entirely divide the data points into their respective classes. A hyperplane that maximizes the margin between the classes is the decision boundary.</a:t>
            </a:r>
          </a:p>
          <a:p>
            <a:pPr algn="l" fontAlgn="base">
              <a:spcAft>
                <a:spcPts val="1800"/>
              </a:spcAft>
              <a:buFont typeface="Arial" panose="020B0604020202020204" pitchFamily="34" charset="0"/>
              <a:buChar char="•"/>
            </a:pPr>
            <a:r>
              <a:rPr lang="en-US" b="1" i="0" u="none" strike="noStrike" dirty="0">
                <a:solidFill>
                  <a:srgbClr val="273239"/>
                </a:solidFill>
                <a:effectLst/>
                <a:latin typeface="Nunito" pitchFamily="2" charset="77"/>
              </a:rPr>
              <a:t>Non-Linear SVM:</a:t>
            </a:r>
            <a:r>
              <a:rPr lang="en-US" b="0" i="0" u="none" strike="noStrike" dirty="0">
                <a:solidFill>
                  <a:srgbClr val="273239"/>
                </a:solidFill>
                <a:effectLst/>
                <a:latin typeface="Nunito" pitchFamily="2" charset="77"/>
              </a:rPr>
              <a:t> Non-Linear SVM can be used to classify data when it cannot be separated into two classes by a straight line (in the case of 2D). By using kernel functions, nonlinear SVMs can handle nonlinearly separable data. The original input data is transformed by these kernel functions into a higher-dimensional feature space, where the data points can be linearly separated. </a:t>
            </a:r>
            <a:r>
              <a:rPr lang="en-US" b="0" i="0" u="none" strike="noStrike">
                <a:solidFill>
                  <a:srgbClr val="273239"/>
                </a:solidFill>
                <a:effectLst/>
                <a:latin typeface="Nunito" pitchFamily="2" charset="77"/>
              </a:rPr>
              <a:t>A linear SVM is used to locate a nonlinear decision boundary in this modified space. </a:t>
            </a:r>
          </a:p>
          <a:p>
            <a:endParaRPr lang="en-KZ"/>
          </a:p>
        </p:txBody>
      </p:sp>
    </p:spTree>
    <p:extLst>
      <p:ext uri="{BB962C8B-B14F-4D97-AF65-F5344CB8AC3E}">
        <p14:creationId xmlns:p14="http://schemas.microsoft.com/office/powerpoint/2010/main" val="2372085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702</Words>
  <Application>Microsoft Macintosh PowerPoint</Application>
  <PresentationFormat>Widescreen</PresentationFormat>
  <Paragraphs>25</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Nunito</vt:lpstr>
      <vt:lpstr>Source Sans 3</vt:lpstr>
      <vt:lpstr>Office Theme</vt:lpstr>
      <vt:lpstr>Support Vector Machine (SVM) Algorithm</vt:lpstr>
      <vt:lpstr>PowerPoint Presentation</vt:lpstr>
      <vt:lpstr>Terminology</vt:lpstr>
      <vt:lpstr>PowerPoint Presentation</vt:lpstr>
      <vt:lpstr>PowerPoint Presentation</vt:lpstr>
      <vt:lpstr>PowerPoint Presentation</vt:lpstr>
      <vt:lpstr>not linearly separable data </vt:lpstr>
      <vt:lpstr>PowerPoint Presentation</vt:lpstr>
      <vt:lpstr>Mathematical Computation: SVM </vt:lpstr>
      <vt:lpstr>PowerPoint Presentation</vt:lpstr>
      <vt:lpstr>PowerPoint Presentation</vt:lpstr>
      <vt:lpstr>PowerPoint Presentation</vt:lpstr>
      <vt:lpstr>PowerPoint Presentation</vt:lpstr>
      <vt:lpstr>Types of Support Vector Machine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Bekarystankyzy Akbayan</dc:creator>
  <cp:lastModifiedBy>Bekarystankyzy Akbayan</cp:lastModifiedBy>
  <cp:revision>15</cp:revision>
  <dcterms:created xsi:type="dcterms:W3CDTF">2025-02-28T17:12:49Z</dcterms:created>
  <dcterms:modified xsi:type="dcterms:W3CDTF">2025-02-28T17:37:58Z</dcterms:modified>
</cp:coreProperties>
</file>